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1168be621d4a59" /><Relationship Type="http://schemas.openxmlformats.org/officeDocument/2006/relationships/extended-properties" Target="/docProps/app.xml" Id="Re323e9145b424c86" /><Relationship Type="http://schemas.openxmlformats.org/officeDocument/2006/relationships/officeDocument" Target="/ppt/presentation.xml" Id="Rb2dac32bd3a741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afa14dd184805"/>
  </p:sldMasterIdLst>
  <p:notesMasterIdLst>
    <p:notesMasterId xmlns:r="http://schemas.openxmlformats.org/officeDocument/2006/relationships" r:id="R2de1078a7fc94079"/>
  </p:notesMasterIdLst>
  <p:sldIdLst>
    <p:sldId xmlns:r="http://schemas.openxmlformats.org/officeDocument/2006/relationships" id="256" r:id="R73ebcfea9ec0418f"/>
    <p:sldId xmlns:r="http://schemas.openxmlformats.org/officeDocument/2006/relationships" id="257" r:id="R2c9ec7276d434e1e"/>
    <p:sldId xmlns:r="http://schemas.openxmlformats.org/officeDocument/2006/relationships" id="258" r:id="R8d6d25dd01ee480a"/>
    <p:sldId xmlns:r="http://schemas.openxmlformats.org/officeDocument/2006/relationships" id="259" r:id="R99a0762a752348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13e590bb984517" /><Relationship Type="http://schemas.openxmlformats.org/officeDocument/2006/relationships/slideMaster" Target="/ppt/slideMasters/slideMaster1.xml" Id="Rdf0afa14dd184805" /><Relationship Type="http://schemas.openxmlformats.org/officeDocument/2006/relationships/notesMaster" Target="/ppt/notesMasters/notesMaster1.xml" Id="R2de1078a7fc94079" /><Relationship Type="http://schemas.openxmlformats.org/officeDocument/2006/relationships/presProps" Target="/ppt/presProps.xml" Id="R4c1d2a8cecb546ae" /><Relationship Type="http://schemas.openxmlformats.org/officeDocument/2006/relationships/viewProps" Target="/ppt/viewProps.xml" Id="Ra970762418864aaa" /><Relationship Type="http://schemas.openxmlformats.org/officeDocument/2006/relationships/tableStyles" Target="/ppt/tableStyles.xml" Id="R9f1e4987aaaf4e86" /><Relationship Type="http://schemas.openxmlformats.org/officeDocument/2006/relationships/slide" Target="/ppt/slides/slide1.xml" Id="R73ebcfea9ec0418f" /><Relationship Type="http://schemas.openxmlformats.org/officeDocument/2006/relationships/slide" Target="/ppt/slides/slide2.xml" Id="R2c9ec7276d434e1e" /><Relationship Type="http://schemas.openxmlformats.org/officeDocument/2006/relationships/slide" Target="/ppt/slides/slide3.xml" Id="R8d6d25dd01ee480a" /><Relationship Type="http://schemas.openxmlformats.org/officeDocument/2006/relationships/slide" Target="/ppt/slides/slide4.xml" Id="R99a0762a7523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ea92eed29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6a88796eb42a9" /><Relationship Type="http://schemas.openxmlformats.org/officeDocument/2006/relationships/notesMaster" Target="/ppt/notesMasters/notesMaster1.xml" Id="R787fafa06d71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2b5a8f0a404e62" /><Relationship Type="http://schemas.openxmlformats.org/officeDocument/2006/relationships/notesMaster" Target="/ppt/notesMasters/notesMaster1.xml" Id="R704f4cddbe134c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b25e3d981e4d5e" /><Relationship Type="http://schemas.openxmlformats.org/officeDocument/2006/relationships/notesMaster" Target="/ppt/notesMasters/notesMaster1.xml" Id="R6ee2ea45b18142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8f4c46b284dcc" /><Relationship Type="http://schemas.openxmlformats.org/officeDocument/2006/relationships/notesMaster" Target="/ppt/notesMasters/notesMaster1.xml" Id="R9d3f2227eb84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0297b5ecb49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ae005111fc4e49" /><Relationship Type="http://schemas.openxmlformats.org/officeDocument/2006/relationships/slideLayout" Target="/ppt/slideLayouts/slideLayout1.xml" Id="Rafb3d506043d47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3d506043d47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fccce45994ad0" /><Relationship Type="http://schemas.openxmlformats.org/officeDocument/2006/relationships/image" Target="/ppt/media/image.png" Id="R9e7183e1c0584bf7" /><Relationship Type="http://schemas.openxmlformats.org/officeDocument/2006/relationships/image" Target="/ppt/media/image.svg" Id="R8adbd80f1de148d6" /><Relationship Type="http://schemas.openxmlformats.org/officeDocument/2006/relationships/image" Target="/ppt/media/image2.png" Id="R9facdedccc59451d" /><Relationship Type="http://schemas.openxmlformats.org/officeDocument/2006/relationships/image" Target="/ppt/media/image2.svg" Id="R834ef7014dbd4c62" /><Relationship Type="http://schemas.openxmlformats.org/officeDocument/2006/relationships/image" Target="/ppt/media/image3.png" Id="Rc5e724703b204f73" /><Relationship Type="http://schemas.openxmlformats.org/officeDocument/2006/relationships/image" Target="/ppt/media/image3.svg" Id="R47013fe7be4f4e28" /><Relationship Type="http://schemas.openxmlformats.org/officeDocument/2006/relationships/image" Target="/ppt/media/image.jpeg" Id="R15a55c1c829d410f" /><Relationship Type="http://schemas.openxmlformats.org/officeDocument/2006/relationships/notesSlide" Target="/ppt/notesSlides/notesSlide1.xml" Id="Rea6975c6d51742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d37b0dbf2460c" /><Relationship Type="http://schemas.openxmlformats.org/officeDocument/2006/relationships/image" Target="/ppt/media/image4.png" Id="Rf3d261eaa7ba4ea9" /><Relationship Type="http://schemas.openxmlformats.org/officeDocument/2006/relationships/image" Target="/ppt/media/image4.svg" Id="R2d8a5ac968924564" /><Relationship Type="http://schemas.openxmlformats.org/officeDocument/2006/relationships/image" Target="/ppt/media/image2.jpeg" Id="R1887c728cf5c4275" /><Relationship Type="http://schemas.openxmlformats.org/officeDocument/2006/relationships/notesSlide" Target="/ppt/notesSlides/notesSlide2.xml" Id="Rff8fb6aa27bb4b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7f033ab3c4402" /><Relationship Type="http://schemas.openxmlformats.org/officeDocument/2006/relationships/image" Target="/ppt/media/image5.png" Id="R8e8bdf12b9dc40a0" /><Relationship Type="http://schemas.openxmlformats.org/officeDocument/2006/relationships/image" Target="/ppt/media/image5.svg" Id="Rc5ca6fde3ea44643" /><Relationship Type="http://schemas.openxmlformats.org/officeDocument/2006/relationships/image" Target="/ppt/media/image6.png" Id="R801dd8cb8bdb4464" /><Relationship Type="http://schemas.openxmlformats.org/officeDocument/2006/relationships/image" Target="/ppt/media/image6.svg" Id="Ra1a0ff0bb52845b4" /><Relationship Type="http://schemas.openxmlformats.org/officeDocument/2006/relationships/image" Target="/ppt/media/image7.png" Id="R3dd3df6dd7714729" /><Relationship Type="http://schemas.openxmlformats.org/officeDocument/2006/relationships/image" Target="/ppt/media/image7.svg" Id="Re3da9e6fffaf4457" /><Relationship Type="http://schemas.openxmlformats.org/officeDocument/2006/relationships/image" Target="/ppt/media/image8.png" Id="R2a70d887598a4147" /><Relationship Type="http://schemas.openxmlformats.org/officeDocument/2006/relationships/image" Target="/ppt/media/image8.svg" Id="Reee5551936b94d80" /><Relationship Type="http://schemas.openxmlformats.org/officeDocument/2006/relationships/image" Target="/ppt/media/image9.png" Id="R46273b10f84944ca" /><Relationship Type="http://schemas.openxmlformats.org/officeDocument/2006/relationships/image" Target="/ppt/media/image9.svg" Id="Re1300cc47b8c4969" /><Relationship Type="http://schemas.openxmlformats.org/officeDocument/2006/relationships/image" Target="/ppt/media/image3.jpeg" Id="R49f1e2514655439f" /><Relationship Type="http://schemas.openxmlformats.org/officeDocument/2006/relationships/notesSlide" Target="/ppt/notesSlides/notesSlide3.xml" Id="Rcc0dbe5beda44a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0c6614e1646f0" /><Relationship Type="http://schemas.openxmlformats.org/officeDocument/2006/relationships/image" Target="/ppt/media/image10.png" Id="R93f06e01cf9547e3" /><Relationship Type="http://schemas.openxmlformats.org/officeDocument/2006/relationships/image" Target="/ppt/media/image10.svg" Id="R4fd7ef54dbaf4c0c" /><Relationship Type="http://schemas.openxmlformats.org/officeDocument/2006/relationships/image" Target="/ppt/media/image11.png" Id="R91dffb8db3f04090" /><Relationship Type="http://schemas.openxmlformats.org/officeDocument/2006/relationships/image" Target="/ppt/media/image11.svg" Id="Rdbddfb6f29bd47e7" /><Relationship Type="http://schemas.openxmlformats.org/officeDocument/2006/relationships/image" Target="/ppt/media/image12.png" Id="R1f6e007e950f4d5b" /><Relationship Type="http://schemas.openxmlformats.org/officeDocument/2006/relationships/image" Target="/ppt/media/image12.svg" Id="R94114ecd41774a34" /><Relationship Type="http://schemas.openxmlformats.org/officeDocument/2006/relationships/image" Target="/ppt/media/image13.png" Id="Rbcacda2708ca4dd4" /><Relationship Type="http://schemas.openxmlformats.org/officeDocument/2006/relationships/image" Target="/ppt/media/image13.svg" Id="R54a3c40c50184aa5" /><Relationship Type="http://schemas.openxmlformats.org/officeDocument/2006/relationships/image" Target="/ppt/media/image4.jpeg" Id="Re76d3bfb4a3141f6" /><Relationship Type="http://schemas.openxmlformats.org/officeDocument/2006/relationships/notesSlide" Target="/ppt/notesSlides/notesSlide4.xml" Id="Rbdf8ec959a2e4b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3D22C-E3D4-47D6-A7AC-295B60DC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B69A3-FD14-47B7-BCFE-30095A03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4351A-F838-4096-8ADB-5ED392B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84B48-027B-4FD9-8155-D393E3C5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3D78D-3892-4E1A-8CE3-9CAE2C21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E98F9-87A3-49A6-9E91-0E802984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E5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F5E58"/>
                </a:solidFill>
                <a:latin typeface="微软雅黑"/>
                <a:ea typeface="微软雅黑"/>
                <a:cs typeface="微软雅黑"/>
              </a:rPr>
              <a:t>学术极简风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99BCE-09FB-4344-9F62-D0F1B973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88473-3251-4769-85A5-EDCE20EE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893EE-B5D3-4B57-A019-CA878B1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DFF70-C916-4E01-B0F6-A9E53F10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79A0A-58C8-4F27-80FC-32A57B8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FE208-C16E-47A8-899D-063B4F54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183e1c0584bf7">
            <a:extLst>
              <a:ext uri="{96DAC541-7B7A-43D3-8B79-37D633B846F1}">
                <asvg:svgBlip xmlns:asvg="http://schemas.microsoft.com/office/drawing/2016/SVG/main" r:embed="R8adbd80f1de148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520FB-D274-4B21-B0D7-D4A9C1E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DF551-95B1-4055-B3A9-050D0AE1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3964F-8961-48F7-BD11-3154D61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cdedccc59451d">
            <a:extLst>
              <a:ext uri="{96DAC541-7B7A-43D3-8B79-37D633B846F1}">
                <asvg:svgBlip xmlns:asvg="http://schemas.microsoft.com/office/drawing/2016/SVG/main" r:embed="R834ef7014dbd4c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A3719-1F2B-4027-A6F6-3B5772D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9E872-911E-424C-AD1A-CD2C6173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D0AF9-55E2-4304-BBD6-6CAB5984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724703b204f73">
            <a:extLst>
              <a:ext uri="{96DAC541-7B7A-43D3-8B79-37D633B846F1}">
                <asvg:svgBlip xmlns:asvg="http://schemas.microsoft.com/office/drawing/2016/SVG/main" r:embed="R47013fe7be4f4e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9E06F-A377-4EF9-A064-54CCDF94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78C41-4818-47B7-AB2A-311D975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55c1c829d410f"/>
          <a:stretch xmlns:a="http://schemas.openxmlformats.org/drawingml/2006/main"/>
        </p:blipFill>
        <p:spPr>
          <a:xfrm xmlns:a="http://schemas.openxmlformats.org/drawingml/2006/main">
            <a:off x="6191250" y="812006"/>
            <a:ext cx="5429250" cy="4071938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A338E-CC52-42CF-B4D6-E6B6E7B9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ACADEMIC DEFENSE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392DB-8AB0-4B53-A1FF-169B3D92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05B30-A2A0-4197-B542-985AF6D8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DA6CA-3EEE-4D3E-A45E-26FB616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Shen-PPT Style Sample · 学术极简风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7F2F0-6F5F-40BA-9B3D-FCCCAEC2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76024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B85A7A-D860-4D33-BF9A-31F1A3C8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51717-17D0-487F-BE24-40742157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E2D1E-3E56-4D1E-A068-A4F1790F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6DBC7-F5B8-41E1-9A2F-B7679D1B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A24A3-AC90-4732-BD81-01800ADE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E9F3B-FE17-4CA9-9A40-48BEAE88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79F78-3422-42BB-84E1-1A2F55D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0259F-4AC5-4FF9-8B70-36E2C49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46CCD-0FE8-42C4-A883-44CD185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92733-CEF1-4FFB-8B3B-E95BFE4C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6D4FD-47F9-4AB2-81F1-F120AE9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8D5E5-22EE-46F8-8F9C-18E74810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54C25-8846-45CB-B0C3-61186342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7F690-FC1C-42DC-9258-A749083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FCB10-577C-4219-B652-1516463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E43B2-9DB4-46EE-B1FD-9477CEF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508B8-9365-4614-952C-0761FD13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9C405-32FE-44E4-A3A0-95C9005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F961E-7FA6-4877-86A5-0A99F5B6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1002D-BA40-4421-B2B5-6B05462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4B296-D67D-43DB-895B-531E9A5A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551C6-008B-408C-B1F3-A1D4A4F3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13C7B-7E26-41BF-B72E-6BC6E59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4C719-B920-48BD-8C1B-758598AA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261eaa7ba4ea9">
            <a:extLst>
              <a:ext uri="{96DAC541-7B7A-43D3-8B79-37D633B846F1}">
                <asvg:svgBlip xmlns:asvg="http://schemas.microsoft.com/office/drawing/2016/SVG/main" r:embed="R2d8a5ac9689245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1E191-9635-4D16-A4A5-FC13D0C7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1F5E58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7c728cf5c4275"/>
          <a:stretch xmlns:a="http://schemas.openxmlformats.org/drawingml/2006/main"/>
        </p:blipFill>
        <p:spPr>
          <a:xfrm xmlns:a="http://schemas.openxmlformats.org/drawingml/2006/main">
            <a:off x="10267950" y="3460750"/>
            <a:ext cx="1162050" cy="774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C1A5F-3095-40D5-9A1C-6891BB25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D384E-CFE9-4A13-8532-2E8A4919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Shen-PPT Style Sample · 学术极简风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78230-7F2A-47E1-969C-6CB07A6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82114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FFD2A5-D6A4-4502-B57A-FF1A373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9D637-AC4E-45F7-8019-55A4A54F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422DE-71C0-4296-83F7-18FA1CE2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47EAA-FA32-4B7F-B0E3-480F3A6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45E29-5BA1-455C-83C9-58448E19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AFA40-E590-4D3A-AAAA-113571C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0CD21-88A8-454A-9897-1631A99D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E59EC-8F9F-4D1A-ABB3-7991C9F1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DE05D-961E-47C8-BF1B-1417C8F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BF965-4E7A-4B08-94D9-97A920A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AACCB-CCF3-46AE-BA76-8F160967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3C80F-2531-4588-8118-C145D295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DFC15-5A71-4B08-A724-5B0DBEFB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833AA-B7E2-46FD-8831-E5C41700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B17FA-4392-4FFD-B4A2-17C85A85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64E31-ABEF-4AB4-A98D-EA158E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ABFDB-E25D-4F64-B9DC-65ACA4E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106D2-9810-4635-9FEA-2419452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bdf12b9dc40a0">
            <a:extLst>
              <a:ext uri="{96DAC541-7B7A-43D3-8B79-37D633B846F1}">
                <asvg:svgBlip xmlns:asvg="http://schemas.microsoft.com/office/drawing/2016/SVG/main" r:embed="Rc5ca6fde3ea446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0133C-2703-4F4F-B63F-D5F218F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74B39-F3F5-43A2-B8ED-A7FCE587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D92F8-396F-49D5-A7C0-655176B0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A5A6C-0A52-49B8-9BF8-7E75B6E4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dd8cb8bdb4464">
            <a:extLst>
              <a:ext uri="{96DAC541-7B7A-43D3-8B79-37D633B846F1}">
                <asvg:svgBlip xmlns:asvg="http://schemas.microsoft.com/office/drawing/2016/SVG/main" r:embed="Ra1a0ff0bb52845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66073-2F81-430F-A968-60ABED60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9D98D-B52D-41DA-8844-6B3FE6DE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87267-F3E8-49E0-A061-D5E4C73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df6dd7714729">
            <a:extLst>
              <a:ext uri="{96DAC541-7B7A-43D3-8B79-37D633B846F1}">
                <asvg:svgBlip xmlns:asvg="http://schemas.microsoft.com/office/drawing/2016/SVG/main" r:embed="Re3da9e6fffaf44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C3BCA9-4532-4F8F-8F7A-FD9E102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3E06C-0955-4CB1-9B57-25ABE9A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E9209-6276-40B9-B3B0-478E8DC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0d887598a4147">
            <a:extLst>
              <a:ext uri="{96DAC541-7B7A-43D3-8B79-37D633B846F1}">
                <asvg:svgBlip xmlns:asvg="http://schemas.microsoft.com/office/drawing/2016/SVG/main" r:embed="Reee5551936b94d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5251B-EE84-4593-89DD-C80CD87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AD7AF-E185-42DD-8144-34A81C4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568222-9134-4383-ADCA-1ECC4FD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73b10f84944ca">
            <a:extLst>
              <a:ext uri="{96DAC541-7B7A-43D3-8B79-37D633B846F1}">
                <asvg:svgBlip xmlns:asvg="http://schemas.microsoft.com/office/drawing/2016/SVG/main" r:embed="Re1300cc47b8c49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92A64-A236-439C-ABB7-B88126B1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1F5E58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1e2514655439f"/>
          <a:stretch xmlns:a="http://schemas.openxmlformats.org/drawingml/2006/main"/>
        </p:blipFill>
        <p:spPr>
          <a:xfrm xmlns:a="http://schemas.openxmlformats.org/drawingml/2006/main">
            <a:off x="8896350" y="3797300"/>
            <a:ext cx="2209800" cy="14732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2FD1DD-9E3E-4F5C-88DF-3FF365FE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845DE1-4615-4AF0-8CED-0F30CD5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Shen-PPT Style Sample · 学术极简风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6F11D2-5DC2-49BB-939A-7863748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06959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6E7406-727E-4EAA-89EF-5A96965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EDC4F-42CC-43C3-9D68-E77D0C03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A8376-FCFB-4D8D-A041-D691F8B5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1D581-09A3-428A-9AF3-839D7FE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9B1D4-6BCC-449B-9F8F-25338430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ECF2D-C279-4434-8BA8-FE10234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465D4-9BAD-4361-82DC-7E8F8B9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D83E4-72D5-482A-8C42-2573FE4E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75556-EEC9-4BD5-B94A-9E5BE26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EE33-CC84-4D1A-A39A-E0FC0DAC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FF0FA-34C0-4BA0-90B0-489C17E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24933-9963-44D6-B8CF-E1787382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90A79-0D50-461A-A016-FFD12F6F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121EA-8B46-46EA-AF50-8265ECAB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71EB8-0C92-4755-9162-7BDB6E6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D0332-4E80-46D1-9417-7ED6E30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C5CDF-64F6-41B8-93D6-BBDD4590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31DD9-A15D-47D7-8FF3-0E63C0BF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D7148-3056-4E77-8A9D-9B2688C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28EDC-2C0D-4A04-B71C-978E000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26D8B-E9D8-4AA9-8FB3-6B0D7FA7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5736D"/>
                </a:solidFill>
                <a:latin typeface="Times New Roman"/>
                <a:ea typeface="Times New Roman"/>
                <a:cs typeface="Times New Roman"/>
              </a:rPr>
              <a:t>Shen-PPT Style Sample · 学术极简风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ADBAF-D970-4FB5-9FAC-C0096FA7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5E5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0E93E-5BA6-4E50-A4FF-6BA16726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10478">
            <a:solidFill>
              <a:srgbClr val="C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D9B03-F16B-41C8-A028-7BD04137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06e01cf9547e3">
            <a:extLst>
              <a:ext uri="{96DAC541-7B7A-43D3-8B79-37D633B846F1}">
                <asvg:svgBlip xmlns:asvg="http://schemas.microsoft.com/office/drawing/2016/SVG/main" r:embed="R4fd7ef54dbaf4c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9F4E9-D7FF-4F45-9550-3E0B64DE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D9D11-1807-4730-B8A4-172BBE5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DD0A5-A47D-4F72-90F4-8DEAB12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28328-7EE0-4AD7-99AE-5E12455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415F9-8F21-40A1-8BA4-895D86DB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10478">
            <a:solidFill>
              <a:srgbClr val="CE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DE88DE-C80C-470E-86F6-DCC53B01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ffb8db3f04090">
            <a:extLst>
              <a:ext uri="{96DAC541-7B7A-43D3-8B79-37D633B846F1}">
                <asvg:svgBlip xmlns:asvg="http://schemas.microsoft.com/office/drawing/2016/SVG/main" r:embed="Rdbddfb6f29bd47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20406D-CB50-497B-ADE3-E59F6C5D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1135F0-1D91-464F-8D06-50490E6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27A96-5A72-4172-B05B-4DF61C14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356587-A86F-48C5-9BF5-0E1EA46A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6E2098-E475-4A1E-B56D-4C615817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10478">
            <a:solidFill>
              <a:srgbClr val="CED6D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846AB2-ECC9-41C8-896B-C2E8C30E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9C6B2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e007e950f4d5b">
            <a:extLst>
              <a:ext uri="{96DAC541-7B7A-43D3-8B79-37D633B846F1}">
                <asvg:svgBlip xmlns:asvg="http://schemas.microsoft.com/office/drawing/2016/SVG/main" r:embed="R94114ecd41774a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FB2929-FB7F-4F54-A0C5-325C68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1C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64FAF0-FB55-4A40-B10E-AA60B82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AF5F09-D0D0-4667-9C29-6E6705A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DB5E6A-FCAF-4125-A972-ABD3F50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51CC92-1ACF-4E81-9810-DDB84ADD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E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5E58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B9D215-E723-438B-BF24-B1278B60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DEA3DE-8ECB-485B-AA44-687F0F15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11430">
            <a:solidFill>
              <a:srgbClr val="1F5E5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cda2708ca4dd4">
            <a:extLst>
              <a:ext uri="{96DAC541-7B7A-43D3-8B79-37D633B846F1}">
                <asvg:svgBlip xmlns:asvg="http://schemas.microsoft.com/office/drawing/2016/SVG/main" r:embed="R54a3c40c50184a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3BFF8C-EBAE-4386-81A7-47AFB68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1F5E58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d3bfb4a3141f6"/>
          <a:stretch xmlns:a="http://schemas.openxmlformats.org/drawingml/2006/main"/>
        </p:blipFill>
        <p:spPr>
          <a:xfrm xmlns:a="http://schemas.openxmlformats.org/drawingml/2006/main">
            <a:off x="7613650" y="1562100"/>
            <a:ext cx="3098800" cy="23241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165143-CF23-48B2-AD35-0E5ED5AE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450F74-9320-4B5F-A592-B748E9A5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E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5E58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F4B338-44C1-4D28-9523-3CB8277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AFB4A1-B0BA-4650-85F5-E09434B6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0483DB-68CB-4AC7-A884-B67A49DA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78530E-FF87-477C-9F54-C5383A66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4F6E9E-B68F-4AEB-B913-10633202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9CF622-1EB0-4943-8256-EFAAEF7A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DC37EE-333E-466E-B299-2950013A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952494-DF4D-418B-BD2B-DE492330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5736D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7AF486-5C3D-42BA-8B3B-456B37FE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8479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2026-06-06T14:46:23.6460000Z</dcterms:created>
  <dcterms:modified xsi:type="dcterms:W3CDTF">2026-06-06T14:46:23.6460000Z</dcterms:modified>
</coreProperties>
</file>