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c698fb2a342a8" /><Relationship Type="http://schemas.openxmlformats.org/officeDocument/2006/relationships/extended-properties" Target="/docProps/app.xml" Id="Reac0fbab6f3e4272" /><Relationship Type="http://schemas.openxmlformats.org/officeDocument/2006/relationships/officeDocument" Target="/ppt/presentation.xml" Id="Rc3d28678cf014c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efe2d0585e456a"/>
  </p:sldMasterIdLst>
  <p:notesMasterIdLst>
    <p:notesMasterId xmlns:r="http://schemas.openxmlformats.org/officeDocument/2006/relationships" r:id="R12945c0dd979480b"/>
  </p:notesMasterIdLst>
  <p:sldIdLst>
    <p:sldId xmlns:r="http://schemas.openxmlformats.org/officeDocument/2006/relationships" id="256" r:id="Rabd4d7288f154eef"/>
    <p:sldId xmlns:r="http://schemas.openxmlformats.org/officeDocument/2006/relationships" id="257" r:id="R0f934d698529442b"/>
    <p:sldId xmlns:r="http://schemas.openxmlformats.org/officeDocument/2006/relationships" id="258" r:id="R3416166ecb87408a"/>
    <p:sldId xmlns:r="http://schemas.openxmlformats.org/officeDocument/2006/relationships" id="259" r:id="Rae1efd78eefe45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590904e8d44db" /><Relationship Type="http://schemas.openxmlformats.org/officeDocument/2006/relationships/slideMaster" Target="/ppt/slideMasters/slideMaster1.xml" Id="Ra9efe2d0585e456a" /><Relationship Type="http://schemas.openxmlformats.org/officeDocument/2006/relationships/notesMaster" Target="/ppt/notesMasters/notesMaster1.xml" Id="R12945c0dd979480b" /><Relationship Type="http://schemas.openxmlformats.org/officeDocument/2006/relationships/presProps" Target="/ppt/presProps.xml" Id="R206a376ac96a454f" /><Relationship Type="http://schemas.openxmlformats.org/officeDocument/2006/relationships/viewProps" Target="/ppt/viewProps.xml" Id="Rb885f70280bf43d8" /><Relationship Type="http://schemas.openxmlformats.org/officeDocument/2006/relationships/tableStyles" Target="/ppt/tableStyles.xml" Id="R42ec4c6ef80b4404" /><Relationship Type="http://schemas.openxmlformats.org/officeDocument/2006/relationships/slide" Target="/ppt/slides/slide1.xml" Id="Rabd4d7288f154eef" /><Relationship Type="http://schemas.openxmlformats.org/officeDocument/2006/relationships/slide" Target="/ppt/slides/slide2.xml" Id="R0f934d698529442b" /><Relationship Type="http://schemas.openxmlformats.org/officeDocument/2006/relationships/slide" Target="/ppt/slides/slide3.xml" Id="R3416166ecb87408a" /><Relationship Type="http://schemas.openxmlformats.org/officeDocument/2006/relationships/slide" Target="/ppt/slides/slide4.xml" Id="Rae1efd78eefe45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57e733206d48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63da1618cf4a60" /><Relationship Type="http://schemas.openxmlformats.org/officeDocument/2006/relationships/notesMaster" Target="/ppt/notesMasters/notesMaster1.xml" Id="Rb756def746de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df95ce376548d6" /><Relationship Type="http://schemas.openxmlformats.org/officeDocument/2006/relationships/notesMaster" Target="/ppt/notesMasters/notesMaster1.xml" Id="Re0214ce60448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2fa3a6f5eb4e41" /><Relationship Type="http://schemas.openxmlformats.org/officeDocument/2006/relationships/notesMaster" Target="/ppt/notesMasters/notesMaster1.xml" Id="Radb984ca77a24f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a2cd69131c4bfa" /><Relationship Type="http://schemas.openxmlformats.org/officeDocument/2006/relationships/notesMaster" Target="/ppt/notesMasters/notesMaster1.xml" Id="R56631ae9a04f4c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b21a1d64b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98061c3e44cd8" /><Relationship Type="http://schemas.openxmlformats.org/officeDocument/2006/relationships/slideLayout" Target="/ppt/slideLayouts/slideLayout1.xml" Id="R2c10f4146a9643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10f4146a9643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a84226bf04a6a" /><Relationship Type="http://schemas.openxmlformats.org/officeDocument/2006/relationships/image" Target="/ppt/media/image.png" Id="R22a6e926387a4822" /><Relationship Type="http://schemas.openxmlformats.org/officeDocument/2006/relationships/image" Target="/ppt/media/image.svg" Id="R63024c18fadb4c28" /><Relationship Type="http://schemas.openxmlformats.org/officeDocument/2006/relationships/image" Target="/ppt/media/image2.png" Id="R3fc734e524ab4d3f" /><Relationship Type="http://schemas.openxmlformats.org/officeDocument/2006/relationships/image" Target="/ppt/media/image2.svg" Id="R6abaef46bbc14bb5" /><Relationship Type="http://schemas.openxmlformats.org/officeDocument/2006/relationships/image" Target="/ppt/media/image3.png" Id="R1f55c10dcddc478e" /><Relationship Type="http://schemas.openxmlformats.org/officeDocument/2006/relationships/image" Target="/ppt/media/image3.svg" Id="R9e9bf2e3faae4b50" /><Relationship Type="http://schemas.openxmlformats.org/officeDocument/2006/relationships/image" Target="/ppt/media/image.jpeg" Id="R3aa1d66c983c410a" /><Relationship Type="http://schemas.openxmlformats.org/officeDocument/2006/relationships/notesSlide" Target="/ppt/notesSlides/notesSlide1.xml" Id="R59d1e921b41a46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02470947d4f6d" /><Relationship Type="http://schemas.openxmlformats.org/officeDocument/2006/relationships/image" Target="/ppt/media/image4.png" Id="R05051561cc244dbf" /><Relationship Type="http://schemas.openxmlformats.org/officeDocument/2006/relationships/image" Target="/ppt/media/image4.svg" Id="Rb785c774d0de4593" /><Relationship Type="http://schemas.openxmlformats.org/officeDocument/2006/relationships/image" Target="/ppt/media/image2.jpeg" Id="Rf0f0e9a7cb4a4aed" /><Relationship Type="http://schemas.openxmlformats.org/officeDocument/2006/relationships/notesSlide" Target="/ppt/notesSlides/notesSlide2.xml" Id="R4977b7299e1c4d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ee9c2d0e64c85" /><Relationship Type="http://schemas.openxmlformats.org/officeDocument/2006/relationships/image" Target="/ppt/media/image5.png" Id="Ra1b62d009ef34af6" /><Relationship Type="http://schemas.openxmlformats.org/officeDocument/2006/relationships/image" Target="/ppt/media/image5.svg" Id="R59eef8b88f5d47b0" /><Relationship Type="http://schemas.openxmlformats.org/officeDocument/2006/relationships/image" Target="/ppt/media/image6.png" Id="R898aea1689d247e8" /><Relationship Type="http://schemas.openxmlformats.org/officeDocument/2006/relationships/image" Target="/ppt/media/image6.svg" Id="Rcd9840f9133f4400" /><Relationship Type="http://schemas.openxmlformats.org/officeDocument/2006/relationships/image" Target="/ppt/media/image7.png" Id="R95729fd010314b2a" /><Relationship Type="http://schemas.openxmlformats.org/officeDocument/2006/relationships/image" Target="/ppt/media/image7.svg" Id="Rf3d9d9ea89ff4327" /><Relationship Type="http://schemas.openxmlformats.org/officeDocument/2006/relationships/image" Target="/ppt/media/image8.png" Id="R50b66a7e407c431d" /><Relationship Type="http://schemas.openxmlformats.org/officeDocument/2006/relationships/image" Target="/ppt/media/image8.svg" Id="R94ea60a5df4b4d52" /><Relationship Type="http://schemas.openxmlformats.org/officeDocument/2006/relationships/image" Target="/ppt/media/image9.png" Id="Rc0e1ddbe5bdf42bc" /><Relationship Type="http://schemas.openxmlformats.org/officeDocument/2006/relationships/image" Target="/ppt/media/image9.svg" Id="R25739b28f60846f0" /><Relationship Type="http://schemas.openxmlformats.org/officeDocument/2006/relationships/image" Target="/ppt/media/image3.jpeg" Id="R194d162221294465" /><Relationship Type="http://schemas.openxmlformats.org/officeDocument/2006/relationships/notesSlide" Target="/ppt/notesSlides/notesSlide3.xml" Id="R272a3404fd6544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4656de3784d85" /><Relationship Type="http://schemas.openxmlformats.org/officeDocument/2006/relationships/image" Target="/ppt/media/image10.png" Id="Rf1598bb31e2340ae" /><Relationship Type="http://schemas.openxmlformats.org/officeDocument/2006/relationships/image" Target="/ppt/media/image10.svg" Id="R42d63247053f4501" /><Relationship Type="http://schemas.openxmlformats.org/officeDocument/2006/relationships/image" Target="/ppt/media/image11.png" Id="R20d21a5c6c9b4877" /><Relationship Type="http://schemas.openxmlformats.org/officeDocument/2006/relationships/image" Target="/ppt/media/image11.svg" Id="R41b172202ff64e0b" /><Relationship Type="http://schemas.openxmlformats.org/officeDocument/2006/relationships/image" Target="/ppt/media/image12.png" Id="R8b9f2b4c07d246cc" /><Relationship Type="http://schemas.openxmlformats.org/officeDocument/2006/relationships/image" Target="/ppt/media/image12.svg" Id="R4e315ec62a274180" /><Relationship Type="http://schemas.openxmlformats.org/officeDocument/2006/relationships/image" Target="/ppt/media/image13.png" Id="Re780fdd0f329412c" /><Relationship Type="http://schemas.openxmlformats.org/officeDocument/2006/relationships/image" Target="/ppt/media/image13.svg" Id="Rf27b74bb445e463e" /><Relationship Type="http://schemas.openxmlformats.org/officeDocument/2006/relationships/image" Target="/ppt/media/image4.jpeg" Id="R57bc97b9f4174bec" /><Relationship Type="http://schemas.openxmlformats.org/officeDocument/2006/relationships/notesSlide" Target="/ppt/notesSlides/notesSlide4.xml" Id="Re1f5272cba654c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E49158-98DB-42E5-BEC8-652C3BC0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16235-B9EE-460B-B528-AA52D218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99CF2-0594-4FC7-89A8-A8AB63C1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3C3E5-CB01-4FE9-868B-C667CE1B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04F3B-B910-4455-A912-544FEB7F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3C8D7-68EE-47FF-A9BB-04686315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D01CC-C788-48E5-A4EA-A18C178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78133-F7C9-45DA-9ABB-F7C61B62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15B28-5262-494F-989F-5BA67EC5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BC21B-CFDF-41BD-9AE8-1CF2044C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D051D-C4EC-4874-B8BA-F109F09A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7F350-1FAF-412C-BA81-FCF17D0D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1725F-4201-4EB3-8B07-EF161D62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B31A0-77D1-4D14-9765-DF6074FB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AC4E4-19D8-49AD-B3EC-AA145A03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B4216-A051-48D1-A37C-53E30C72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30F78-912C-48AD-B23B-03CD4567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94AA6-EA64-4AE1-A1A9-1F67F05B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316C7-694B-4494-A943-5AA53F83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0A02C-DE72-4282-A390-A53BCE9D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F7196-0F28-46E0-8933-9AAB961D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CADFB-A07B-4A1D-9C00-58D7FA6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8D89B-B0DE-4484-B627-99F450B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454BD-6927-4F7E-A92F-9A1B0D22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BACDC-DB6F-4367-AB3F-F7FD160E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36488-FAE4-4D8B-99DD-288E78C1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17FBA-3C7A-47D3-8AE1-C55619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3811E-98DF-4771-B32E-26176B6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BC91D-D518-4A18-BAD0-2B21A7FB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D5AA2-7097-4061-A1E0-B3084A0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D6A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ED6A6"/>
                </a:solidFill>
                <a:latin typeface="微软雅黑"/>
                <a:ea typeface="微软雅黑"/>
                <a:cs typeface="微软雅黑"/>
              </a:rPr>
              <a:t>数据分析风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E72F7B-6EED-49EB-87C3-65E511E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智能视觉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BF724C-41B3-4B29-BA45-F38EBEB7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系统课程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B56BD8-41FD-4FE4-85E2-C56D68A4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答辩样板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5C7C5-7C1F-41E9-9626-64069B84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65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以 V7 参考版为骨架，锁定四类页面的版面节奏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3EE323-D293-40FB-832C-A1DF0BBA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3123E4-9ED7-4DCD-A3D9-83B39A2D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6e926387a4822">
            <a:extLst>
              <a:ext uri="{96DAC541-7B7A-43D3-8B79-37D633B846F1}">
                <asvg:svgBlip xmlns:asvg="http://schemas.microsoft.com/office/drawing/2016/SVG/main" r:embed="R63024c18fadb4c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AB99D1-9E67-481A-AFBA-369F8A13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固定页型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23533-B313-4513-B8CE-F3F2F60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8689CD-B6DA-425C-96B1-4E7A254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734e524ab4d3f">
            <a:extLst>
              <a:ext uri="{96DAC541-7B7A-43D3-8B79-37D633B846F1}">
                <asvg:svgBlip xmlns:asvg="http://schemas.microsoft.com/office/drawing/2016/SVG/main" r:embed="R6abaef46bbc14b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5101C3-A0F4-4DC5-80F8-9529A398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章节导航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EF7DC8-4DC0-4E57-905A-20B176D2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973A6F-B853-40E7-908D-9D1C335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5c10dcddc478e">
            <a:extLst>
              <a:ext uri="{96DAC541-7B7A-43D3-8B79-37D633B846F1}">
                <asvg:svgBlip xmlns:asvg="http://schemas.microsoft.com/office/drawing/2016/SVG/main" r:embed="R9e9bf2e3faae4b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1CACA8-F383-4F8B-B3BE-83E95B26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元素可编辑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B50EC7-6B13-43AA-B8D1-0062CB42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54292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1d66c983c410a"/>
          <a:stretch xmlns:a="http://schemas.openxmlformats.org/drawingml/2006/main"/>
        </p:blipFill>
        <p:spPr>
          <a:xfrm xmlns:a="http://schemas.openxmlformats.org/drawingml/2006/main">
            <a:off x="6191250" y="1038225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96E468-5DBA-4459-8C7A-88F5C62A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DATA ANALYTICS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CCF4C4-BB03-4320-834B-C6F2DE68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统一主题的多风格视觉样板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D499DE-EFFE-495B-8E7F-23C2743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1A63F6-C4DC-4650-A9DC-33D6C354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Shen-PPT Style Sample · 数据分析风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8134C6-916D-4D63-9F81-82BDEF4C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7378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D1DED8-DDD3-426E-ABCF-E15D87E1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E20B6-F0B6-4C6D-ADB0-28FABFC7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A7297-23DE-4F98-ABE3-6C1AB581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B7C0F-408C-42CF-8B2F-74855AB4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EF6A3-C1EF-4279-BC77-FF50D8B9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AF2D1-81E5-4FCD-80C8-5679BE6C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77A8E-6006-4EEF-AD12-2D85317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BE396-C21A-43DE-8A9E-19F3EE02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CA1CB-AD82-464C-932F-DBA1C20B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42229-55D4-4260-A5A0-0062F1D2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F7853-758B-4E74-963B-F929BAE6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2EDC2-CB48-4396-8F24-1B892C9E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CDB5B-A368-4E0F-BDAD-0677947D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FA15B-4612-40B6-9FC5-95C4BF28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9975D-1769-4543-BB21-627FFFBC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906B5-C527-4B56-B96C-4D8EE7A0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D9379-1482-41FC-B9DC-616B206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76142-EBCD-409A-8117-51124051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19F44-8895-4B02-B074-D70D703A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3D8C2-8E02-499C-8F1D-20D46D3B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DA5BF-BCD0-4DF2-BF53-18B1B098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5A0F1-E45A-4768-B3A3-21C9BF9B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6C82C-4DEE-4588-8923-BC89BC53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56CE7-2DDC-4CC0-9D71-6538D36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807AE-EFA0-4A45-BA3F-2977EFF6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FCE89-D8E4-49FF-9AB9-899429E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A2812-277C-4088-BD1C-767DAED7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8C897-7B2C-4D48-85A0-5BB867D7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FE7A6-320E-4494-B538-A3A0196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ED3BC-6C00-432A-894C-43733EBF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B774F-3392-4F5A-A491-BDC7027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"/>
            <a:ext cx="190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39A646-B337-4D08-91F7-300C3BD4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001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A1198-DFC1-4964-831A-1B4065BE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0DA8C6-8B04-4F97-96D7-762DF56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说明为什么做以及课程答辩的完成边界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4237C-CD66-4641-8795-4461814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B122C-396D-4F45-AFBC-C1A228E8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5C5462-B1CE-45DA-98BB-F05DDC16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系统方案与技术路线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8218EC-E0BD-4A9C-A6E6-B700E68B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展示模块结构、处理流程和关键选择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9CC2EC-8352-4E67-9320-408BD5F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B7E9A0-36DE-4363-B074-A99F902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E6A9EA-A872-4743-90E8-EA6C9891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核心实现与实验验证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5A0619-C343-4EC7-A759-B9EE360A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用图表、截图和流程证明实际完成情况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B73A52-2509-49B0-B891-90D575E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BB3866-B204-494A-A456-4D6BE561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4E05FE-8964-40CE-A57A-8E204E0C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结果总结与后续展望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BAD20F-012F-410A-8DDC-75CB91AF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归纳结果、限制条件和下一步优化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5F51AA-8C04-4EC5-BF48-D16EE93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7DF682-AB58-41C8-9488-E24CB5B9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1314450" cy="43053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4181B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51561cc244dbf">
            <a:extLst>
              <a:ext uri="{96DAC541-7B7A-43D3-8B79-37D633B846F1}">
                <asvg:svgBlip xmlns:asvg="http://schemas.microsoft.com/office/drawing/2016/SVG/main" r:embed="Rb785c774d0de45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1600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7075DC-03A0-4C5A-A89C-9A78E91E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D6A6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4ED6A6"/>
                </a:solidFill>
                <a:latin typeface="方正小标宋简体"/>
                <a:ea typeface="方正小标宋简体"/>
                <a:cs typeface="方正小标宋简体"/>
              </a:rPr>
              <a:t>示例图像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0e9a7cb4a4aed"/>
          <a:stretch xmlns:a="http://schemas.openxmlformats.org/drawingml/2006/main"/>
        </p:blipFill>
        <p:spPr>
          <a:xfrm xmlns:a="http://schemas.openxmlformats.org/drawingml/2006/main">
            <a:off x="10267950" y="3412331"/>
            <a:ext cx="1162050" cy="871538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17ECDE-DEE3-4858-9092-7ED26694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3D33F7-23DA-4221-AB0E-D74151B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Shen-PPT Style Sample · 数据分析风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A48975-815B-420E-9876-254DBB51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34844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57707-E587-4371-9824-29E7DBC0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82669-CE69-4725-AAFB-D66BBE24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3F8F2-4462-435F-93DF-86856EFB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BC7EF-F140-4E3E-AF7D-3806A7BE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B6DC6-A55D-4C35-B2F3-C4424F1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8E79D-30EE-4EA2-8386-52325A5B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7118F-5518-41AF-A4A3-3ED3CE1B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3B93D-4BC6-4013-9AF9-2BB2A6EC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83643-5264-4823-8EA5-1546DA5D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1EB61-1A28-4487-AC71-13AD5D6F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685FE-EAB8-410D-96D5-F4A54BA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0DB3B-DBD8-43A4-8FD8-480CFAE8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42410-07A0-4FF7-B672-470DD2EC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7693B-AB7C-418D-AB16-731EBB0E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44913-F658-4063-8E11-0F7451C5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4396B-6846-48DA-A0C4-4C27CF0F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0244A-850C-48BF-A4B3-3CDFC87E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E73F3-568B-46A4-B530-5717D9D5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0AB19-8112-43EB-A256-758D6457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E3397-A5E7-449F-935A-EE65AD94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00D39-BB48-4E7A-AF3E-1186AFDF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B1BB1-D4C7-4A55-881B-32100855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EF119-3576-4C5C-BAAC-5EE80ECF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30E6C-97BB-4FFB-94DA-2B16C1DB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6A53F-987F-447D-86EF-C2305A53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2F9F9-266D-46E7-BAC2-C9D4E0E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396F4-0050-4A85-A7C3-9DEC36FB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3DDA7-BED5-4B08-B7C8-E6C50C12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339F6B-79E8-43F8-B4F2-28D3930A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89A27-1380-4668-A488-2AC5B17E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2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0121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5426E0-B848-4EA4-B787-8FA31319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214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101214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0C7F6-1102-4760-87BA-DB0CFF8C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2226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501741-6399-4474-BA5B-67AA36D5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F92676-5071-4B25-BF3B-800F1FF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56E7EC-34BB-4EC7-92A0-034320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2226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FE5D69-461B-442E-9E15-F23EDC47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AD28BC-23E4-4D0A-B28A-6A49401F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0F47E0-9B6E-4AC1-A017-F08A80B7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2226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DC8BE5-6D5A-4265-9D2C-C31D9BAD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0754FC-E1CC-4CC1-B0C9-EF2C09B4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7B786D-7D1F-4A50-B0FA-1E142713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19EF9C-ED70-4F58-9587-DE54575A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48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62d009ef34af6">
            <a:extLst>
              <a:ext uri="{96DAC541-7B7A-43D3-8B79-37D633B846F1}">
                <asvg:svgBlip xmlns:asvg="http://schemas.microsoft.com/office/drawing/2016/SVG/main" r:embed="R59eef8b88f5d47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810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96FDDD-A021-459F-B9E9-F5E59DDB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39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5266E4-8428-4D61-B497-C6F75A74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本章说明项目动机、目标范围和可验证成果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9AE2E8-8010-4F5F-B910-9E194B6A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6F5742-91C1-4ACB-B8F8-8FC61843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aea1689d247e8">
            <a:extLst>
              <a:ext uri="{96DAC541-7B7A-43D3-8B79-37D633B846F1}">
                <asvg:svgBlip xmlns:asvg="http://schemas.microsoft.com/office/drawing/2016/SVG/main" r:embed="Rcd9840f9133f44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857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FB58F9-1514-4CA4-8E8C-B7CC7DDD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应用动机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DF8FFB-3089-48DF-9313-EC8BE62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把任务背景、现实约束和课程要求放在同一条叙事线上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2AC938-C782-4114-AFCA-167332D7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29fd010314b2a">
            <a:extLst>
              <a:ext uri="{96DAC541-7B7A-43D3-8B79-37D633B846F1}">
                <asvg:svgBlip xmlns:asvg="http://schemas.microsoft.com/office/drawing/2016/SVG/main" r:embed="Rf3d9d9ea89ff43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038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7304BB-4030-4DF1-9CBC-FE3560FE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目标边界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664D8C-1E56-4D72-B3C9-7FD09993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明确系统需要完成的输入、处理、输出和展示结果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D9F8CA-E4C7-40C3-A677-984108B8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66a7e407c431d">
            <a:extLst>
              <a:ext uri="{96DAC541-7B7A-43D3-8B79-37D633B846F1}">
                <asvg:svgBlip xmlns:asvg="http://schemas.microsoft.com/office/drawing/2016/SVG/main" r:embed="R94ea60a5df4b4d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1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1C8F51-AD9E-48D3-82FA-2F3A2DFF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验证方式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D97C60-8A52-4567-9686-848BE39E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通过运行截图、结果表格、流程图和实物图说明完成情况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32FB24-775C-4CC2-ABBD-B55B9AC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62200" cy="3124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4181B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1ddbe5bdf42bc">
            <a:extLst>
              <a:ext uri="{96DAC541-7B7A-43D3-8B79-37D633B846F1}">
                <asvg:svgBlip xmlns:asvg="http://schemas.microsoft.com/office/drawing/2016/SVG/main" r:embed="R25739b28f60846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D13F79-C1D1-48D2-B989-F69A3975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D6A6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4ED6A6"/>
                </a:solidFill>
                <a:latin typeface="方正小标宋简体"/>
                <a:ea typeface="方正小标宋简体"/>
                <a:cs typeface="方正小标宋简体"/>
              </a:rPr>
              <a:t>章节示例图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d162221294465"/>
          <a:stretch xmlns:a="http://schemas.openxmlformats.org/drawingml/2006/main"/>
        </p:blipFill>
        <p:spPr>
          <a:xfrm xmlns:a="http://schemas.openxmlformats.org/drawingml/2006/main">
            <a:off x="8896350" y="3797300"/>
            <a:ext cx="2209800" cy="147320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F3C122-A245-4F20-9061-75299482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008571-9E91-4EF5-A606-5E66EA1D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Shen-PPT Style Sample · 数据分析风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D19099-920B-40AF-8299-C748DF9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385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E3A218-99F2-4F64-84F9-5B6A24D6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8DD29-27D0-4169-8DF6-3476767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12FA4-59B5-42B3-AB1A-CDDF5E7A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FBA41-EA9A-462E-A9AE-5FBC3EDF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C6CB5-8E41-4153-95B2-7DB7736F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A555D-0160-4A7D-A9B8-B64C16CE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0CC01-BFA4-4C4E-9892-39EAEF9B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0BEB5-F531-4BDD-B014-88C6EF83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947F2-AFC4-40C9-BF5A-D08F714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9D11E-E5AA-48C3-A479-400D99DD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70DA2-853C-4622-924B-A90D1756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E4CCC-7D43-426B-B4D6-0350397C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197E0-D060-4D5A-91D9-67A51A4B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3DE64-0A9B-4B3E-A6C1-9DE8D57F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B3C0C-BD03-4B4A-89F3-8E1672AC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B1765-FC4E-4AF1-B1F1-673B2D15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480D2-9369-4D7F-9847-C339EB60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47C12-9292-40D3-8BE6-B4F7F45B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D1C16-ECE7-46A2-8577-990BA82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9E4A8-3292-4334-8AEC-93B0F6F4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B5E0C-3F86-47A1-A2DE-B4A603F2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C44ED-C216-4455-A06D-AECE490A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9BB54-57CC-4394-B15C-7040921A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6DA42-0C94-473B-A99F-998DB6D9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16A54-78AF-46A2-BEF2-2E59F15D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2ECB6-FA4F-462A-BE4F-A82E751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042932-E374-449C-B49A-010E3BD6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83075-047E-4BF1-B595-7388DD3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0EB212-EA87-488E-864C-C41CF45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2226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727173-91C9-492B-9535-CFD5818E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0D361B-B594-4DC9-BD06-9FD0BC39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EE55E7-84D8-4FA8-8DDB-F81CD8BA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01B4C-1685-4927-AAE5-CDF6AFB8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2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01214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32BFB-27CB-4534-8E0E-FD4D3B9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214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101214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8959AE-E402-4313-B6BC-07710C23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2226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9ECB3D-E651-46F1-81F1-CE6366A5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5180BE-855C-4546-A489-BA53A9A2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851BF9-1A28-4A64-8F41-44F25B3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2226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6749A1-2B90-444C-A35D-23BDE8CF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13FD3C-54EA-4DE3-92A0-C81FEBD5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E4C239-5B41-46F4-A8CD-D8A1893F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02 系统方案与技术路线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4191F3-17CB-423D-B4AE-D29558B4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系统方案与技术路线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DE6132-52B4-4336-A33D-EEDCE89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CAFACB-16C7-4D80-961E-4BA25047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94D055-2989-45ED-91C6-8ACDCF34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A9B2AD"/>
                </a:solidFill>
                <a:latin typeface="Times New Roman"/>
                <a:ea typeface="Times New Roman"/>
                <a:cs typeface="Times New Roman"/>
              </a:rPr>
              <a:t>Shen-PPT Style Sample · 数据分析风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E3B577-EA60-4BA2-880B-3639F12F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4ED6A6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D253CF-1871-44E7-A593-08B56B14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10478">
            <a:solidFill>
              <a:srgbClr val="3A424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B5FC27-B893-4BE4-81C1-C49A54C6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98bb31e2340ae">
            <a:extLst>
              <a:ext uri="{96DAC541-7B7A-43D3-8B79-37D633B846F1}">
                <asvg:svgBlip xmlns:asvg="http://schemas.microsoft.com/office/drawing/2016/SVG/main" r:embed="R42d63247053f45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1428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967491-142C-4BCC-AE31-4650681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B8940D-B10D-4A81-84D6-34887678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477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AF1E49-C353-41E2-8054-DC22A1E6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763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摄像头或数据文件进入系统，作为后续处理的标准输入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145E7A-93A9-4D6B-BA7B-748AEF3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81CA5E-22AC-46A0-840B-C98DCFB7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10478">
            <a:solidFill>
              <a:srgbClr val="3A424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9E3801-4EBC-46C0-8E5D-6B612908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21a5c6c9b4877">
            <a:extLst>
              <a:ext uri="{96DAC541-7B7A-43D3-8B79-37D633B846F1}">
                <asvg:svgBlip xmlns:asvg="http://schemas.microsoft.com/office/drawing/2016/SVG/main" r:embed="R41b172202ff64e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647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B78708-97C5-422F-9E8F-5DEA5B48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目标检测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E0D6CA-4B9E-41E5-BCBE-A7ADDD06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669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9D54C6-F625-438D-8EC3-729A71B8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算法输出目标位置、置信度和状态判断依据，用于后续控制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3D6D06-AA04-4C2C-8CD4-A0B9B151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B21734-EE69-4195-8A6F-16EDB4C4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10478">
            <a:solidFill>
              <a:srgbClr val="3A424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D7837D-45FD-4426-9BE3-1236727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0B84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f2b4c07d246cc">
            <a:extLst>
              <a:ext uri="{96DAC541-7B7A-43D3-8B79-37D633B846F1}">
                <asvg:svgBlip xmlns:asvg="http://schemas.microsoft.com/office/drawing/2016/SVG/main" r:embed="R4e315ec62a2741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867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194698-2888-4FA9-90F9-DEE2D41D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0F4F2"/>
                </a:solidFill>
                <a:latin typeface="微软雅黑"/>
                <a:ea typeface="微软雅黑"/>
                <a:cs typeface="微软雅黑"/>
              </a:rPr>
              <a:t>结果验证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828A1E-957C-4901-BD0D-D77B8DD0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980483-CEB1-4091-8897-2F3FF26E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截图、表格与趋势图共同说明模块是否按预期工作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89C2AA-E453-44BE-8BA8-887166A0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258CE5-06D3-404D-941C-192E265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D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ED6A6"/>
                </a:solidFill>
                <a:latin typeface="微软雅黑"/>
                <a:ea typeface="微软雅黑"/>
                <a:cs typeface="微软雅黑"/>
              </a:rPr>
              <a:t>样板标准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EA062B-95EA-4F68-B70E-3A02D13C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正文页展示实现顺序、证据位置和结果判断；同一批次元素保持统一颜色和统一图标逻辑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FE2A6EC-076E-4DED-991F-6AD81609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724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81B"/>
          </a:solidFill>
          <a:ln xmlns:a="http://schemas.openxmlformats.org/drawingml/2006/main" w="11430">
            <a:solidFill>
              <a:srgbClr val="4ED6A6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0fdd0f329412c">
            <a:extLst>
              <a:ext uri="{96DAC541-7B7A-43D3-8B79-37D633B846F1}">
                <asvg:svgBlip xmlns:asvg="http://schemas.microsoft.com/office/drawing/2016/SVG/main" r:embed="Rf27b74bb445e46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9E3C3E-F8B1-4E23-9088-CA4845F4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D6A6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350" b="1">
                <a:solidFill>
                  <a:srgbClr val="4ED6A6"/>
                </a:solidFill>
                <a:latin typeface="方正小标宋简体"/>
                <a:ea typeface="方正小标宋简体"/>
                <a:cs typeface="方正小标宋简体"/>
              </a:rPr>
              <a:t>核心证据图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c97b9f4174bec"/>
          <a:stretch xmlns:a="http://schemas.openxmlformats.org/drawingml/2006/main"/>
        </p:blipFill>
        <p:spPr>
          <a:xfrm xmlns:a="http://schemas.openxmlformats.org/drawingml/2006/main">
            <a:off x="7419975" y="1562100"/>
            <a:ext cx="3486150" cy="23241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59AB66-AA04-44B0-ACCF-BFD45801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7244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3A424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140AC4-B135-4C53-8C6E-E711B2E5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D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ED6A6"/>
                </a:solidFill>
                <a:latin typeface="微软雅黑"/>
                <a:ea typeface="微软雅黑"/>
                <a:cs typeface="微软雅黑"/>
              </a:rPr>
              <a:t>结果趋势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323039-C9C6-4DA6-9301-9FB387B8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57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5DB178-C939-4D3D-A3CB-6492B1F4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采集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7FFAB6E-172E-447C-8974-AFE8E05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57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689DC4-2BD6-466A-AA97-1610ECE2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检测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337A147-BAC1-4BC6-8D3F-8ECB0FFB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24450"/>
            <a:ext cx="45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F8FFE94-995E-4473-A901-805E814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控制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DC78316-70D7-4A40-A9F9-9E15248B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76800"/>
            <a:ext cx="457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43CF03E-1088-4465-A7D7-07D49904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A9B2AD"/>
                </a:solidFill>
                <a:latin typeface="方正小标宋简体"/>
                <a:ea typeface="方正小标宋简体"/>
                <a:cs typeface="方正小标宋简体"/>
              </a:rPr>
              <a:t>验证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9A12DF-EE84-4C69-8756-421CDAB2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0493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2026-06-06T14:46:59.2470000Z</dcterms:created>
  <dcterms:modified xsi:type="dcterms:W3CDTF">2026-06-06T14:46:59.2470000Z</dcterms:modified>
</coreProperties>
</file>