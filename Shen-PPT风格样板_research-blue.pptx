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530e6378834a27" /><Relationship Type="http://schemas.openxmlformats.org/officeDocument/2006/relationships/extended-properties" Target="/docProps/app.xml" Id="Raea6b50e33484695" /><Relationship Type="http://schemas.openxmlformats.org/officeDocument/2006/relationships/officeDocument" Target="/ppt/presentation.xml" Id="Re7270cdb8be942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80b9ce588848a8"/>
  </p:sldMasterIdLst>
  <p:notesMasterIdLst>
    <p:notesMasterId xmlns:r="http://schemas.openxmlformats.org/officeDocument/2006/relationships" r:id="R9cc88a8a744e4387"/>
  </p:notesMasterIdLst>
  <p:sldIdLst>
    <p:sldId xmlns:r="http://schemas.openxmlformats.org/officeDocument/2006/relationships" id="256" r:id="R5aa8af5e478e40cb"/>
    <p:sldId xmlns:r="http://schemas.openxmlformats.org/officeDocument/2006/relationships" id="257" r:id="Rdadd2ae465944e33"/>
    <p:sldId xmlns:r="http://schemas.openxmlformats.org/officeDocument/2006/relationships" id="258" r:id="Rfcb4b95293a54ba2"/>
    <p:sldId xmlns:r="http://schemas.openxmlformats.org/officeDocument/2006/relationships" id="259" r:id="R580bc3711ebc431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54fce0d23840b0" /><Relationship Type="http://schemas.openxmlformats.org/officeDocument/2006/relationships/slideMaster" Target="/ppt/slideMasters/slideMaster1.xml" Id="R5b80b9ce588848a8" /><Relationship Type="http://schemas.openxmlformats.org/officeDocument/2006/relationships/notesMaster" Target="/ppt/notesMasters/notesMaster1.xml" Id="R9cc88a8a744e4387" /><Relationship Type="http://schemas.openxmlformats.org/officeDocument/2006/relationships/presProps" Target="/ppt/presProps.xml" Id="Rcc97f9575c564c8e" /><Relationship Type="http://schemas.openxmlformats.org/officeDocument/2006/relationships/viewProps" Target="/ppt/viewProps.xml" Id="R6865a65326b2474e" /><Relationship Type="http://schemas.openxmlformats.org/officeDocument/2006/relationships/tableStyles" Target="/ppt/tableStyles.xml" Id="Re2bc3ceb19834565" /><Relationship Type="http://schemas.openxmlformats.org/officeDocument/2006/relationships/slide" Target="/ppt/slides/slide1.xml" Id="R5aa8af5e478e40cb" /><Relationship Type="http://schemas.openxmlformats.org/officeDocument/2006/relationships/slide" Target="/ppt/slides/slide2.xml" Id="Rdadd2ae465944e33" /><Relationship Type="http://schemas.openxmlformats.org/officeDocument/2006/relationships/slide" Target="/ppt/slides/slide3.xml" Id="Rfcb4b95293a54ba2" /><Relationship Type="http://schemas.openxmlformats.org/officeDocument/2006/relationships/slide" Target="/ppt/slides/slide4.xml" Id="R580bc3711ebc43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d58f20e4d34c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ff5ea9374c42f8" /><Relationship Type="http://schemas.openxmlformats.org/officeDocument/2006/relationships/notesMaster" Target="/ppt/notesMasters/notesMaster1.xml" Id="Rf29f0d74290142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20d38208fd4fc8" /><Relationship Type="http://schemas.openxmlformats.org/officeDocument/2006/relationships/notesMaster" Target="/ppt/notesMasters/notesMaster1.xml" Id="Re2fab4a3b9c646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c3e4df13394d39" /><Relationship Type="http://schemas.openxmlformats.org/officeDocument/2006/relationships/notesMaster" Target="/ppt/notesMasters/notesMaster1.xml" Id="R773e601000974e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ad23c2062e4791" /><Relationship Type="http://schemas.openxmlformats.org/officeDocument/2006/relationships/notesMaster" Target="/ppt/notesMasters/notesMaster1.xml" Id="R10a136b54cff4a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7fd76e98d14b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55d7606aa24cf7" /><Relationship Type="http://schemas.openxmlformats.org/officeDocument/2006/relationships/slideLayout" Target="/ppt/slideLayouts/slideLayout1.xml" Id="R5887adb4d58149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87adb4d58149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0ae3ae96041b2" /><Relationship Type="http://schemas.openxmlformats.org/officeDocument/2006/relationships/image" Target="/ppt/media/image.png" Id="Rea93cb56061043a4" /><Relationship Type="http://schemas.openxmlformats.org/officeDocument/2006/relationships/image" Target="/ppt/media/image.svg" Id="R6d2bc89d815f436b" /><Relationship Type="http://schemas.openxmlformats.org/officeDocument/2006/relationships/image" Target="/ppt/media/image2.png" Id="R697cd9ac2cc248bc" /><Relationship Type="http://schemas.openxmlformats.org/officeDocument/2006/relationships/image" Target="/ppt/media/image2.svg" Id="R662ce200085b4ba3" /><Relationship Type="http://schemas.openxmlformats.org/officeDocument/2006/relationships/image" Target="/ppt/media/image3.png" Id="Rc1fadb1355174064" /><Relationship Type="http://schemas.openxmlformats.org/officeDocument/2006/relationships/image" Target="/ppt/media/image3.svg" Id="Rd0240982e1f44d0c" /><Relationship Type="http://schemas.openxmlformats.org/officeDocument/2006/relationships/image" Target="/ppt/media/image.jpeg" Id="R77eed8da81ba41a8" /><Relationship Type="http://schemas.openxmlformats.org/officeDocument/2006/relationships/notesSlide" Target="/ppt/notesSlides/notesSlide1.xml" Id="Rf908a431d0d649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6e4f3e4a846a8" /><Relationship Type="http://schemas.openxmlformats.org/officeDocument/2006/relationships/image" Target="/ppt/media/image4.png" Id="R1e3465236c1a46d4" /><Relationship Type="http://schemas.openxmlformats.org/officeDocument/2006/relationships/image" Target="/ppt/media/image4.svg" Id="R1d8cc751cbb94f1d" /><Relationship Type="http://schemas.openxmlformats.org/officeDocument/2006/relationships/image" Target="/ppt/media/image2.jpeg" Id="Rfa20644b72f640a5" /><Relationship Type="http://schemas.openxmlformats.org/officeDocument/2006/relationships/notesSlide" Target="/ppt/notesSlides/notesSlide2.xml" Id="R68e26d622aeb4c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e24ca2fd340b5" /><Relationship Type="http://schemas.openxmlformats.org/officeDocument/2006/relationships/image" Target="/ppt/media/image5.png" Id="R5931621bfab547c6" /><Relationship Type="http://schemas.openxmlformats.org/officeDocument/2006/relationships/image" Target="/ppt/media/image5.svg" Id="R9057cf082fc84d90" /><Relationship Type="http://schemas.openxmlformats.org/officeDocument/2006/relationships/image" Target="/ppt/media/image6.png" Id="Rbd10fbfad2364431" /><Relationship Type="http://schemas.openxmlformats.org/officeDocument/2006/relationships/image" Target="/ppt/media/image6.svg" Id="R54fa5f8799784839" /><Relationship Type="http://schemas.openxmlformats.org/officeDocument/2006/relationships/image" Target="/ppt/media/image7.png" Id="R8b0f18ffa999490e" /><Relationship Type="http://schemas.openxmlformats.org/officeDocument/2006/relationships/image" Target="/ppt/media/image7.svg" Id="R29d725534f2642a5" /><Relationship Type="http://schemas.openxmlformats.org/officeDocument/2006/relationships/image" Target="/ppt/media/image8.png" Id="R603f878438cf4351" /><Relationship Type="http://schemas.openxmlformats.org/officeDocument/2006/relationships/image" Target="/ppt/media/image8.svg" Id="R5d4248b329d04a10" /><Relationship Type="http://schemas.openxmlformats.org/officeDocument/2006/relationships/image" Target="/ppt/media/image9.png" Id="R75bec67be09f4839" /><Relationship Type="http://schemas.openxmlformats.org/officeDocument/2006/relationships/image" Target="/ppt/media/image9.svg" Id="R023012d0eb5c43b3" /><Relationship Type="http://schemas.openxmlformats.org/officeDocument/2006/relationships/image" Target="/ppt/media/image3.jpeg" Id="Rf312fb11f00a4159" /><Relationship Type="http://schemas.openxmlformats.org/officeDocument/2006/relationships/notesSlide" Target="/ppt/notesSlides/notesSlide3.xml" Id="Rb1b1c54e445b47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a189632534f18" /><Relationship Type="http://schemas.openxmlformats.org/officeDocument/2006/relationships/image" Target="/ppt/media/image10.png" Id="R88e47a3f6f0647a7" /><Relationship Type="http://schemas.openxmlformats.org/officeDocument/2006/relationships/image" Target="/ppt/media/image10.svg" Id="Rda48d56fd5a14162" /><Relationship Type="http://schemas.openxmlformats.org/officeDocument/2006/relationships/image" Target="/ppt/media/image11.png" Id="Ra397b96e78bd4226" /><Relationship Type="http://schemas.openxmlformats.org/officeDocument/2006/relationships/image" Target="/ppt/media/image11.svg" Id="R61180d5949a14e67" /><Relationship Type="http://schemas.openxmlformats.org/officeDocument/2006/relationships/image" Target="/ppt/media/image12.png" Id="Rf62cab247f9d4190" /><Relationship Type="http://schemas.openxmlformats.org/officeDocument/2006/relationships/image" Target="/ppt/media/image12.svg" Id="R2e42db26d7c24602" /><Relationship Type="http://schemas.openxmlformats.org/officeDocument/2006/relationships/image" Target="/ppt/media/image13.png" Id="Rf0f6116c7498419c" /><Relationship Type="http://schemas.openxmlformats.org/officeDocument/2006/relationships/image" Target="/ppt/media/image13.svg" Id="Rdd3d4581a7f8448d" /><Relationship Type="http://schemas.openxmlformats.org/officeDocument/2006/relationships/image" Target="/ppt/media/image4.jpeg" Id="Rf1abce752a7f4776" /><Relationship Type="http://schemas.openxmlformats.org/officeDocument/2006/relationships/notesSlide" Target="/ppt/notesSlides/notesSlide4.xml" Id="Redb08346b91e43d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FA6545-17E5-4583-AADE-D60D211E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B0E7E-D804-43F2-98EE-A01DC5A7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2F3E2-1DDD-4F2A-A4C3-3C26D2A2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D4012-9A4C-4F44-904B-AA1F132D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4555F-F61A-47E2-A95A-2C2D300B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02F08-A454-4F6B-A369-83FCC35C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D1DDD-EC81-4246-834F-59D8499A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C0AE1-E4D2-42F8-8CFE-F5A99531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3026F-2E05-4E9D-9414-CD0E320D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2F9F5-9A95-4A4C-925B-F6AFE38A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42C23-D8EE-4A40-8808-2BC66787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15893-DE4D-476D-A3D3-4D7544B3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4F638-9106-4E40-87DF-03285D49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022D1-3087-46C6-A046-A409A5F4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491A8-CAD3-4139-ADAA-46B2136F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BF6A31-50C7-4672-9A58-D97EA83F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7C160-C4B2-49B0-9DD8-A02D8F8A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0F92CA-FA0A-47E0-8557-77851C6F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4F4D81-3A96-44AB-9100-7C89D34F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D9C59F-4C66-4503-855B-F37043FA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8C29E-BC15-42C5-8965-101C4762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CC4985-B96D-40AE-AFE7-81CE1B24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9001F7-9198-488D-B905-BBF7C799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10ADD1-FC68-446E-ABED-66BBE966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01531B-672E-498A-B873-083E216F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E966EC-609E-4EBF-A840-CFFBC83E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683EA0-03E2-4B99-893B-921DA3B2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6046FA-0A5C-4C0B-A656-4768B491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839D69-CDF5-4504-8ACE-6640879D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81CE49-9232-427D-B5AB-013F1624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6FB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科研蓝白风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19998B-FB82-4702-9C50-6D2C9FA9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2233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112233"/>
                </a:solidFill>
                <a:latin typeface="微软雅黑"/>
                <a:ea typeface="微软雅黑"/>
                <a:cs typeface="微软雅黑"/>
              </a:rPr>
              <a:t>智能视觉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CDABB2-9789-44FE-BCDF-363FC5BB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2233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112233"/>
                </a:solidFill>
                <a:latin typeface="微软雅黑"/>
                <a:ea typeface="微软雅黑"/>
                <a:cs typeface="微软雅黑"/>
              </a:rPr>
              <a:t>系统课程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242A07-42BE-4D8C-BE5C-6D950AD0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2233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112233"/>
                </a:solidFill>
                <a:latin typeface="微软雅黑"/>
                <a:ea typeface="微软雅黑"/>
                <a:cs typeface="微软雅黑"/>
              </a:rPr>
              <a:t>答辩样板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0F01AE-6426-4F39-80FA-A0C98FAD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650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以 V7 参考版为骨架，锁定四类页面的版面节奏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956694-C1B4-4275-B0E1-185C1439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581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BDD3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706A59-100F-49B4-9570-C78885B5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3cb56061043a4">
            <a:extLst>
              <a:ext uri="{96DAC541-7B7A-43D3-8B79-37D633B846F1}">
                <asvg:svgBlip xmlns:asvg="http://schemas.microsoft.com/office/drawing/2016/SVG/main" r:embed="R6d2bc89d815f43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5772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615B55-76EC-4A59-ADC9-CB1AFFC8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3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050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固定页型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D953C3-BBD0-48B1-8782-A2B25E9B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14950"/>
            <a:ext cx="1581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BDD3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1E8A3E-A5F7-4080-8145-6F42741D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cd9ac2cc248bc">
            <a:extLst>
              <a:ext uri="{96DAC541-7B7A-43D3-8B79-37D633B846F1}">
                <asvg:svgBlip xmlns:asvg="http://schemas.microsoft.com/office/drawing/2016/SVG/main" r:embed="R662ce200085b4b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76500" y="5772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923815-DC0A-4D8F-A74A-5E879470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73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050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章节导航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743F34-F3EB-435C-B0B9-E66CA9D4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14950"/>
            <a:ext cx="1581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BDD3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06A623-B120-4513-A70A-3499BB71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102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rPr>
              <a:t>100%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adb1355174064">
            <a:extLst>
              <a:ext uri="{96DAC541-7B7A-43D3-8B79-37D633B846F1}">
                <asvg:svgBlip xmlns:asvg="http://schemas.microsoft.com/office/drawing/2016/SVG/main" r:embed="Rd0240982e1f44d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48150" y="5772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4E4273-D7AD-401F-B2B2-162102D7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73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050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元素可编辑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7CEB14-6835-4D02-A434-D313AC13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42950"/>
            <a:ext cx="54292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ed8da81ba41a8"/>
          <a:stretch xmlns:a="http://schemas.openxmlformats.org/drawingml/2006/main"/>
        </p:blipFill>
        <p:spPr>
          <a:xfrm xmlns:a="http://schemas.openxmlformats.org/drawingml/2006/main">
            <a:off x="6191250" y="1038225"/>
            <a:ext cx="5429250" cy="361950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C226F5-8FDA-434F-98B1-507362EC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97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rPr>
              <a:t>RESEARCH REPORT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0D8EF0-90B7-4805-B467-07371C58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816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2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12233"/>
                </a:solidFill>
                <a:latin typeface="微软雅黑"/>
                <a:ea typeface="微软雅黑"/>
                <a:cs typeface="微软雅黑"/>
              </a:rPr>
              <a:t>统一主题的多风格视觉样板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FF9D70-86CE-44E8-85BB-7A0EC0F1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3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012770-1A72-419F-A808-62C7EFC7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526A7F"/>
                </a:solidFill>
                <a:latin typeface="Times New Roman"/>
                <a:ea typeface="Times New Roman"/>
                <a:cs typeface="Times New Roman"/>
              </a:rPr>
              <a:t>Shen-PPT Style Sample · 科研蓝白风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4CA7576-BE18-4E18-936D-E53D997B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87559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96AAEB-999A-48C1-B46D-D4D4C907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71840-1AAA-46E3-A38F-FE167CCB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9619D-CFAB-44BC-B69A-F3BA6554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2C610-E4F7-4158-9B5E-78106F4B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8D94B-351C-4F47-8F07-78707400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5FAA3-9224-4B7B-84F4-694C02BC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BB3D2-6006-49D7-9794-2EEA83EC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3EB15-F56A-4D84-8075-E01A12D7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9BEAF-416D-4C1A-8D87-18D8B56B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DAD69-3A0D-47EE-993A-B0AE3AC7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45225-2F8A-4F55-ADC5-2A749720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3B408B-B1A7-4EEA-9375-74101D52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968E7-04A1-4DD8-AE60-BADCFD6E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6BA7C-2466-4F2D-9191-B2859659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D7317-190D-445B-935B-14DC4541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DD22D-9B64-4667-965F-862D3838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05D46-B63B-4F23-B995-FEC23408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36BB16-0A35-4DA7-839F-2448A6CA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4D5822-43B8-407C-B5F9-F54C277B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F32BA0-77B2-4AFA-A077-79CF8F76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ED4AAE-8149-418D-B481-34E60CD2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665233-FEC8-46DA-9880-43D065E9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D2C9B8-A287-4C66-8FFF-A333019A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68570D-BF17-493A-B4BB-1443BF07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536378-0F06-4544-8C1A-3A4A6D9E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41918D-E50C-49B3-A269-755E51D7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CC6FD4-D9A4-42EB-AF5C-D17BF1AA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263746-26C8-4896-BDC0-3AD9BF04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2E522B-5DDC-4886-8561-5B09D331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2233"/>
                </a:solidFill>
                <a:latin typeface="微软雅黑"/>
                <a:ea typeface="微软雅黑"/>
                <a:cs typeface="微软雅黑"/>
              </a:defRPr>
            </a:pPr>
            <a:r>
              <a:rPr sz="4950" b="1">
                <a:solidFill>
                  <a:srgbClr val="112233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78F119-6244-4062-8FBA-52EA0FC6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rPr>
              <a:t>CONTENTS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1A03C7-F484-4CD7-BAAA-0C240578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09600"/>
            <a:ext cx="19050" cy="567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3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1FB443-C4DE-4D36-90DE-D4FB4725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80010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A54D65-AFCB-4C0B-A406-CD18320C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8382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2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12233"/>
                </a:solidFill>
                <a:latin typeface="微软雅黑"/>
                <a:ea typeface="微软雅黑"/>
                <a:cs typeface="微软雅黑"/>
              </a:rPr>
              <a:t>项目背景与目标定位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C614CD-609D-40AA-A6E1-2C485DBF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525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说明为什么做以及课程答辩的完成边界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701618-869A-4374-A51D-0A1B89F0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3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81E85F-3CE8-4419-BCE8-D0270ACB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002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F21290-4F63-4BE0-A26D-977BE986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83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2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12233"/>
                </a:solidFill>
                <a:latin typeface="微软雅黑"/>
                <a:ea typeface="微软雅黑"/>
                <a:cs typeface="微软雅黑"/>
              </a:rPr>
              <a:t>系统方案与技术路线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73656E-4F88-4EB4-B5D7-9500AD7C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展示模块结构、处理流程和关键选择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403C46-6289-4B00-B668-99C149BC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9085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3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3C20A8-B6F6-45BB-88D7-2113FE28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0040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C243D2-B32E-4289-8DB3-681EE198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2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12233"/>
                </a:solidFill>
                <a:latin typeface="微软雅黑"/>
                <a:ea typeface="微软雅黑"/>
                <a:cs typeface="微软雅黑"/>
              </a:rPr>
              <a:t>核心实现与实验验证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95C59A-89C6-40EE-B21D-5BA0723F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528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用图表、截图和流程证明实际完成情况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FCAFBB-7ECA-4DBB-AAC7-0B3A8EE5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910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3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FC8173-2D50-4D20-82B9-CB8BDBEF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322E76-0178-4D2C-A889-B6BEC009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386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2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12233"/>
                </a:solidFill>
                <a:latin typeface="微软雅黑"/>
                <a:ea typeface="微软雅黑"/>
                <a:cs typeface="微软雅黑"/>
              </a:rPr>
              <a:t>结果总结与后续展望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7E7A71-CCDB-4AB5-BD11-62A9420B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530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归纳结果、限制条件和下一步优化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AE5C27-9C40-45A7-A630-AA55CE2E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9115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3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AE8A66-1623-4532-ACA1-60219900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504950"/>
            <a:ext cx="1314450" cy="430530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BDD3E7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465236c1a46d4">
            <a:extLst>
              <a:ext uri="{96DAC541-7B7A-43D3-8B79-37D633B846F1}">
                <asvg:svgBlip xmlns:asvg="http://schemas.microsoft.com/office/drawing/2016/SVG/main" r:embed="R1d8cc751cbb94f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44150" y="1600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2CB9D1-4A77-4F84-BE80-A8879C9F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552575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FB2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200" b="1">
                <a:solidFill>
                  <a:srgbClr val="1F6FB2"/>
                </a:solidFill>
                <a:latin typeface="方正小标宋简体"/>
                <a:ea typeface="方正小标宋简体"/>
                <a:cs typeface="方正小标宋简体"/>
              </a:rPr>
              <a:t>示例图像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0644b72f640a5"/>
          <a:stretch xmlns:a="http://schemas.openxmlformats.org/drawingml/2006/main"/>
        </p:blipFill>
        <p:spPr>
          <a:xfrm xmlns:a="http://schemas.openxmlformats.org/drawingml/2006/main">
            <a:off x="10267950" y="3412331"/>
            <a:ext cx="1162050" cy="871538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526870-A1B8-48D8-8CB3-0E2E0C99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3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BE2922E-2716-4F15-B8AB-D161678C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526A7F"/>
                </a:solidFill>
                <a:latin typeface="Times New Roman"/>
                <a:ea typeface="Times New Roman"/>
                <a:cs typeface="Times New Roman"/>
              </a:rPr>
              <a:t>Shen-PPT Style Sample · 科研蓝白风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4BF7BC-F56C-443F-90F3-31C5539D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481204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2D77BD-E5B1-4617-82CF-67443426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BE3C9-E1CD-40EE-BB72-9A604EC9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CCDE8-18F7-43C3-A17E-042E6C30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1AA2D-CC7A-4B28-819D-23FCEA2C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77D8B-B339-4D46-9376-3BCA2093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94194-D686-4E97-B783-FF795A24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5893D-A168-490D-9124-0CBBF62F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B73EE-AE94-40FB-97F8-D04B32F4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9C919-A7A8-46F1-AB84-343DF2A0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3AEC8-2434-47C2-BB50-236A7012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DF994-36D5-4184-95A7-95D85EB2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278045-21C1-4C9B-AE88-93764CE9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A8F45-DDF3-45A6-AE76-54F9BDB0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9A4F5-6B77-40AF-9D79-BB7B83C6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1284C-C31F-42B8-AD3E-E369CB09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BAE3B9-BABF-4060-ADB4-4360EEC9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86C97E-C589-4146-9F5E-EF06E2A5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816A0-AFC1-431F-99F2-9BE2A882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E65014-E655-4F25-BD34-5EBE9DFA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34EBA2-38DF-4521-948B-844C681B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C659B-7E59-4D7B-9807-AA4493D7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C4C0A6-7A31-452F-B48A-5BA4B7F6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2C36B6-6FFF-4DCD-BD0C-68F54717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73D880-1B93-4BBA-991C-2803C751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6F33F4-3A3F-4194-8B8D-F8229201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91D83D-02CE-4F63-A9FA-1E9BCB81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595227-618D-46F2-98B2-567A46EC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E99223-3F79-4266-93E4-90E4443D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B69FF3-9B2A-491B-B710-9537177E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ACDAB4-8DA5-46BF-BF85-8C233417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A45835-A27A-4FDD-9134-0A8EAB2C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1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rPr>
              <a:t>背景目标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BD2F0D-7BAF-4674-9AB9-39E07DDE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3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593E30-7D7B-4AC1-9065-99910627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A7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1F4D39-088B-42F9-8CD3-307BE278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方案路线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4B73BC-2B1D-4676-9546-E1C4BB84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3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E67ADE-0E47-455D-B6EC-2CA1E1B6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A7F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75527C-6FC2-422A-9AFE-6FFA9119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实现验证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DDB0D4-C687-448F-973F-EB33F826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3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29773A-6D74-4461-ABF8-63877CAA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A7F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5056EF-78B7-4BDE-8948-738FD9A4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结果总结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1EF43E-7A83-4D20-8B78-274DF2BE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0" b="1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C3E802-861D-4324-B43B-EF4E3799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904875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BDD3E7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1621bfab547c6">
            <a:extLst>
              <a:ext uri="{96DAC541-7B7A-43D3-8B79-37D633B846F1}">
                <asvg:svgBlip xmlns:asvg="http://schemas.microsoft.com/office/drawing/2016/SVG/main" r:embed="R9057cf082fc84d9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019300" y="9810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E32977-90BD-4621-AB9C-187727F8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723900"/>
            <a:ext cx="6572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2233"/>
                </a:solidFill>
                <a:latin typeface="微软雅黑"/>
                <a:ea typeface="微软雅黑"/>
                <a:cs typeface="微软雅黑"/>
              </a:defRPr>
            </a:pPr>
            <a:r>
              <a:rPr sz="4650" b="1">
                <a:solidFill>
                  <a:srgbClr val="112233"/>
                </a:solidFill>
                <a:latin typeface="微软雅黑"/>
                <a:ea typeface="微软雅黑"/>
                <a:cs typeface="微软雅黑"/>
              </a:rPr>
              <a:t>项目背景与目标定位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6BE167-3192-49EE-A0EE-04DCB75A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233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12233"/>
                </a:solidFill>
                <a:latin typeface="微软雅黑"/>
                <a:ea typeface="微软雅黑"/>
                <a:cs typeface="微软雅黑"/>
              </a:rPr>
              <a:t>本章说明项目动机、目标范围和可验证成果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9E1D2C-4247-4E7D-9C21-C005FBA8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3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9F39D4-35A1-42A7-8BBA-082BF567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AA7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2AA7C8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0fbfad2364431">
            <a:extLst>
              <a:ext uri="{96DAC541-7B7A-43D3-8B79-37D633B846F1}">
                <asvg:svgBlip xmlns:asvg="http://schemas.microsoft.com/office/drawing/2016/SVG/main" r:embed="R54fa5f87997848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28575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55A6DD-C3C7-4671-904B-30A4E1A2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13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233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12233"/>
                </a:solidFill>
                <a:latin typeface="微软雅黑"/>
                <a:ea typeface="微软雅黑"/>
                <a:cs typeface="微软雅黑"/>
              </a:rPr>
              <a:t>应用动机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6E8987-6FFD-4551-8193-676CE682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194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把任务背景、现实约束和课程要求放在同一条叙事线上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776D960-BB2A-4F27-8263-76241A2D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AA7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2AA7C8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f18ffa999490e">
            <a:extLst>
              <a:ext uri="{96DAC541-7B7A-43D3-8B79-37D633B846F1}">
                <asvg:svgBlip xmlns:asvg="http://schemas.microsoft.com/office/drawing/2016/SVG/main" r:embed="R29d725534f2642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40386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27B5AF-D37C-4592-9AD8-0D491FF4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624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233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12233"/>
                </a:solidFill>
                <a:latin typeface="微软雅黑"/>
                <a:ea typeface="微软雅黑"/>
                <a:cs typeface="微软雅黑"/>
              </a:rPr>
              <a:t>目标边界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7E9F5C-51BA-4F49-8045-A3549D73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005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明确系统需要完成的输入、处理、输出和展示结果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AB21EE1-7B3F-4A54-8D58-62F49094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AA7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2AA7C8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f878438cf4351">
            <a:extLst>
              <a:ext uri="{96DAC541-7B7A-43D3-8B79-37D633B846F1}">
                <asvg:svgBlip xmlns:asvg="http://schemas.microsoft.com/office/drawing/2016/SVG/main" r:embed="R5d4248b329d04a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52197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05B424D-DC7C-4C73-9164-8C39DCBA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435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233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12233"/>
                </a:solidFill>
                <a:latin typeface="微软雅黑"/>
                <a:ea typeface="微软雅黑"/>
                <a:cs typeface="微软雅黑"/>
              </a:rPr>
              <a:t>验证方式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9C5055-8437-402E-A464-6B90D756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816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通过运行截图、结果表格、流程图和实物图说明完成情况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C2BC4FE-287A-43E2-9D02-24599754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2362200" cy="3124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BDD3E7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ec67be09f4839">
            <a:extLst>
              <a:ext uri="{96DAC541-7B7A-43D3-8B79-37D633B846F1}">
                <asvg:svgBlip xmlns:asvg="http://schemas.microsoft.com/office/drawing/2016/SVG/main" r:embed="R023012d0eb5c43b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72550" y="28765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64642A8-FF3C-40D8-A7DE-13A0683D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28925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FB2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200" b="1">
                <a:solidFill>
                  <a:srgbClr val="1F6FB2"/>
                </a:solidFill>
                <a:latin typeface="方正小标宋简体"/>
                <a:ea typeface="方正小标宋简体"/>
                <a:cs typeface="方正小标宋简体"/>
              </a:rPr>
              <a:t>章节示例图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2fb11f00a4159"/>
          <a:stretch xmlns:a="http://schemas.openxmlformats.org/drawingml/2006/main"/>
        </p:blipFill>
        <p:spPr>
          <a:xfrm xmlns:a="http://schemas.openxmlformats.org/drawingml/2006/main">
            <a:off x="8896350" y="3797300"/>
            <a:ext cx="2209800" cy="1473200"/>
          </a:xfrm>
          <a:prstGeom xmlns:a="http://schemas.openxmlformats.org/drawingml/2006/main" prst="rect">
            <a:avLst/>
          </a:prstGeom>
        </p:spPr>
      </p:pic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FF3F778-F5AD-4089-B85A-6047E573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3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A9D9AC7-A600-459B-8407-125F3A0A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526A7F"/>
                </a:solidFill>
                <a:latin typeface="Times New Roman"/>
                <a:ea typeface="Times New Roman"/>
                <a:cs typeface="Times New Roman"/>
              </a:rPr>
              <a:t>Shen-PPT Style Sample · 科研蓝白风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4652E50-C3CE-40AC-AAB3-AED7DD69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59062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211FAE-A9D9-4A4C-9E73-7D65BDDD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CD9AF-4B82-4036-BFF9-E823DEE4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7A59E-0967-435D-AFF8-69E10777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7A43B-4229-4720-B010-DC7B51C0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4AB1E-6F05-4100-8E9A-060C6DD5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2575E-8973-4774-9A72-C8FD8A22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7C1E0-839F-43F0-8366-67FE670C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9C34F-7B30-4A3D-9BB1-9023CA37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459AF-8A9E-40CD-88DF-FC19947D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EEE04-BE03-4FA1-BB3F-8E3359A1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A170C-ECBD-4606-92B7-00CE169C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60C32-BE8E-4D6F-AC8A-6C74183B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EFDCB-F61D-4459-9F77-F18ACC81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D02F1-6CC7-4D91-95FE-48E71C04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7C41B-D8A5-4CD4-8CB2-087E3BCD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637D1-A432-40EE-B399-B3D1C454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B218B1-38A7-4540-9FCC-1C962303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A8E956-B406-4743-8DA3-0E24C644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AE8C26-20B7-45CF-93D6-3BCFA83A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F637F8-A1A5-4A34-B534-22D74397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1055B7-8A78-4901-96BC-7035937F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685014-0152-4E37-9938-25CCD94D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1EA4A-6EAE-4E79-8822-B126505D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299861-A17B-49C9-A6E3-C5C19295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083C0D-C547-41B9-BFBE-0909DF0B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6DAF2C-6186-4EF4-8888-D248FFA5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E2E5B2-F4B6-44AF-8B45-65DA43C1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C39DC1-5BAF-414D-9628-870F1E4D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458823-4EE1-4B86-B503-BBFF4A4C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3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45ACC7-3335-418C-8284-83A083D3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A7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6B3685-5771-458E-B4BF-3E450517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背景目标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809A3F-60BB-4BEF-B6B7-269D62BC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5930B7-BEEA-41FB-9892-C50EB2F6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BD9F8B-A2DC-4754-92B8-C5F25D6E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1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rPr>
              <a:t>方案路线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1719F6-336C-483B-A661-055A3235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3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630687-8538-436B-86EF-496D9A8B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A7F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2EFF51-87DC-456B-88B6-AEE9E147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实现验证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F769EF-85CA-463C-ADE7-0AD4B16F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3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6F4E07-3EEC-4E4B-AC4F-24D9F6D7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A7F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79EBF9-A350-45C2-91D3-07F34D67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结果总结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969541-F218-4C62-AB8D-A3B9E99B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2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12233"/>
                </a:solidFill>
                <a:latin typeface="微软雅黑"/>
                <a:ea typeface="微软雅黑"/>
                <a:cs typeface="微软雅黑"/>
              </a:rPr>
              <a:t>02 系统方案与技术路线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61E0E3-A8F4-423C-AAD1-549A4D3A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系统方案与技术路线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9CE5AB-A94C-4158-A8D5-AD63B1AA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3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68C356-E4D6-4065-9B77-D95F803C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3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771CA1-D161-4FED-AF23-1828CA58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526A7F"/>
                </a:solidFill>
                <a:latin typeface="Times New Roman"/>
                <a:ea typeface="Times New Roman"/>
                <a:cs typeface="Times New Roman"/>
              </a:rPr>
              <a:t>Shen-PPT Style Sample · 科研蓝白风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6345C0-43C3-4F1B-AC43-FAA61B7E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F6FB2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57172A-DA08-480B-8820-28C1F7BD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590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0478">
            <a:solidFill>
              <a:srgbClr val="BDD3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079C55-67D0-4C77-BDB4-6CABF1F5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01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A7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AA7C8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47a3f6f0647a7">
            <a:extLst>
              <a:ext uri="{96DAC541-7B7A-43D3-8B79-37D633B846F1}">
                <asvg:svgBlip xmlns:asvg="http://schemas.microsoft.com/office/drawing/2016/SVG/main" r:embed="Rda48d56fd5a141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14287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70D063-29B2-4F46-8BF4-7D803701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2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2233"/>
                </a:solidFill>
                <a:latin typeface="微软雅黑"/>
                <a:ea typeface="微软雅黑"/>
                <a:cs typeface="微软雅黑"/>
              </a:rPr>
              <a:t>数据采集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CEBB06-4317-4880-94E2-7429251A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247775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3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61094A9-3646-4E93-967E-D2BE41FB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2763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12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摄像头或数据文件进入系统，作为后续处理的标准输入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1E070E-1F5C-40A3-9A19-DA7DA19D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2286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198ABD-4558-4905-9C62-453823A9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590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0478">
            <a:solidFill>
              <a:srgbClr val="BDD3E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670E5C-EE3E-41C0-9A37-1CC0D799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A7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AA7C8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7b96e78bd4226">
            <a:extLst>
              <a:ext uri="{96DAC541-7B7A-43D3-8B79-37D633B846F1}">
                <asvg:svgBlip xmlns:asvg="http://schemas.microsoft.com/office/drawing/2016/SVG/main" r:embed="R61180d5949a14e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2647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C88D8A-D6EC-4B2B-9196-CA0F648C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908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2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2233"/>
                </a:solidFill>
                <a:latin typeface="微软雅黑"/>
                <a:ea typeface="微软雅黑"/>
                <a:cs typeface="微软雅黑"/>
              </a:rPr>
              <a:t>目标检测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F5385D9-492C-4322-A757-9EACC2E7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66975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3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079DBCC-6844-4344-9123-EB8A2703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955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12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算法输出目标位置、置信度和状态判断依据，用于后续控制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FF53B3D-A96A-414D-9A1A-3A3C1CB1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57550"/>
            <a:ext cx="2286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9C3D53-DD45-4A00-82AE-282C32BB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590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0478">
            <a:solidFill>
              <a:srgbClr val="BDD3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A0178EA-9A65-4A72-99AC-4D9BBC6A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A7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AA7C8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cab247f9d4190">
            <a:extLst>
              <a:ext uri="{96DAC541-7B7A-43D3-8B79-37D633B846F1}">
                <asvg:svgBlip xmlns:asvg="http://schemas.microsoft.com/office/drawing/2016/SVG/main" r:embed="R2e42db26d7c2460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38671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3C12565-0903-4AEC-91CB-62F6CD63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100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2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2233"/>
                </a:solidFill>
                <a:latin typeface="微软雅黑"/>
                <a:ea typeface="微软雅黑"/>
                <a:cs typeface="微软雅黑"/>
              </a:rPr>
              <a:t>结果验证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D826052-70D6-4C72-B237-DA694CCA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86175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3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56D3E08-DFEE-410B-A133-637FCB79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12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截图、表格与趋势图共同说明模块是否按预期工作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F44C44A-E603-4FE3-9451-84095BDC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590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BDD3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631CA1D-110F-4670-B1CC-EE0770BB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FB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样板标准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15768CC-1230-4AE9-95F4-11C7BD4E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29200"/>
            <a:ext cx="3981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27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正文页展示实现顺序、证据位置和结果判断；同一批次元素保持统一颜色和统一图标逻辑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06E9A54-99C1-4283-A18B-0F4B959E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104900"/>
            <a:ext cx="4724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11430">
            <a:solidFill>
              <a:srgbClr val="1F6FB2"/>
            </a:solidFill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6116c7498419c">
            <a:extLst>
              <a:ext uri="{96DAC541-7B7A-43D3-8B79-37D633B846F1}">
                <asvg:svgBlip xmlns:asvg="http://schemas.microsoft.com/office/drawing/2016/SVG/main" r:embed="Rdd3d4581a7f8448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3250" y="12001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2788840-682E-42DD-A4D8-5D5A27BD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52525"/>
            <a:ext cx="415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6FB2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350" b="1">
                <a:solidFill>
                  <a:srgbClr val="1F6FB2"/>
                </a:solidFill>
                <a:latin typeface="方正小标宋简体"/>
                <a:ea typeface="方正小标宋简体"/>
                <a:cs typeface="方正小标宋简体"/>
              </a:rPr>
              <a:t>核心证据图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bce752a7f4776"/>
          <a:stretch xmlns:a="http://schemas.openxmlformats.org/drawingml/2006/main"/>
        </p:blipFill>
        <p:spPr>
          <a:xfrm xmlns:a="http://schemas.openxmlformats.org/drawingml/2006/main">
            <a:off x="7419975" y="1562100"/>
            <a:ext cx="3486150" cy="2324100"/>
          </a:xfrm>
          <a:prstGeom xmlns:a="http://schemas.openxmlformats.org/drawingml/2006/main" prst="rect">
            <a:avLst/>
          </a:prstGeom>
        </p:spPr>
      </p:pic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2416A74-B4BB-479F-9452-8526E6F4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29100"/>
            <a:ext cx="47244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BDD3E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6658CD3-8859-4010-AA44-637F93AA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815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FB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结果趋势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D786E76-419B-425E-AEB6-4FA601E0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57800"/>
            <a:ext cx="457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C286638-BE0D-4A08-9E70-6A8F6756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采集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59EE53F-9569-4DAE-88F4-BD784DAC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29200"/>
            <a:ext cx="457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890B787-E409-4C2D-AB18-3779011E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检测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CC44F23-E3C2-43D5-9FEC-09FF5767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24450"/>
            <a:ext cx="457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1F49B77-9E37-4E1E-A65D-57A7DDBF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控制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48FD431-E318-4FD0-A6A3-C8CCB47C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876800"/>
            <a:ext cx="457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6E787EC-2C23-4D4E-B966-E1AFC904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526A7F"/>
                </a:solidFill>
                <a:latin typeface="方正小标宋简体"/>
                <a:ea typeface="方正小标宋简体"/>
                <a:cs typeface="方正小标宋简体"/>
              </a:rPr>
              <a:t>验证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A64BFFF-4F89-44B5-A0AA-2BCDF725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829300"/>
            <a:ext cx="407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3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8898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2026-06-06T14:46:35.4740000Z</dcterms:created>
  <dcterms:modified xsi:type="dcterms:W3CDTF">2026-06-06T14:46:35.4740000Z</dcterms:modified>
</coreProperties>
</file>