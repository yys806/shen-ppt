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628f829b674075" /><Relationship Type="http://schemas.openxmlformats.org/officeDocument/2006/relationships/extended-properties" Target="/docProps/app.xml" Id="R49195eba158b4cc3" /><Relationship Type="http://schemas.openxmlformats.org/officeDocument/2006/relationships/officeDocument" Target="/ppt/presentation.xml" Id="R87e68c2458bb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1ecf6e0cfe4641"/>
  </p:sldMasterIdLst>
  <p:notesMasterIdLst>
    <p:notesMasterId xmlns:r="http://schemas.openxmlformats.org/officeDocument/2006/relationships" r:id="R1553af7ac26d4086"/>
  </p:notesMasterIdLst>
  <p:sldIdLst>
    <p:sldId xmlns:r="http://schemas.openxmlformats.org/officeDocument/2006/relationships" id="256" r:id="R2c3c2d6c864f4ebc"/>
    <p:sldId xmlns:r="http://schemas.openxmlformats.org/officeDocument/2006/relationships" id="257" r:id="R69e211ad2a384b3f"/>
    <p:sldId xmlns:r="http://schemas.openxmlformats.org/officeDocument/2006/relationships" id="258" r:id="R6611d2f5d37a4bad"/>
    <p:sldId xmlns:r="http://schemas.openxmlformats.org/officeDocument/2006/relationships" id="259" r:id="Rec8506cb484b42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bfffc04924baf" /><Relationship Type="http://schemas.openxmlformats.org/officeDocument/2006/relationships/slideMaster" Target="/ppt/slideMasters/slideMaster1.xml" Id="Rd81ecf6e0cfe4641" /><Relationship Type="http://schemas.openxmlformats.org/officeDocument/2006/relationships/notesMaster" Target="/ppt/notesMasters/notesMaster1.xml" Id="R1553af7ac26d4086" /><Relationship Type="http://schemas.openxmlformats.org/officeDocument/2006/relationships/presProps" Target="/ppt/presProps.xml" Id="Re1e15417891a45e4" /><Relationship Type="http://schemas.openxmlformats.org/officeDocument/2006/relationships/viewProps" Target="/ppt/viewProps.xml" Id="Rcd0d86ea71674aa3" /><Relationship Type="http://schemas.openxmlformats.org/officeDocument/2006/relationships/tableStyles" Target="/ppt/tableStyles.xml" Id="Ra9183bced44c4123" /><Relationship Type="http://schemas.openxmlformats.org/officeDocument/2006/relationships/slide" Target="/ppt/slides/slide1.xml" Id="R2c3c2d6c864f4ebc" /><Relationship Type="http://schemas.openxmlformats.org/officeDocument/2006/relationships/slide" Target="/ppt/slides/slide2.xml" Id="R69e211ad2a384b3f" /><Relationship Type="http://schemas.openxmlformats.org/officeDocument/2006/relationships/slide" Target="/ppt/slides/slide3.xml" Id="R6611d2f5d37a4bad" /><Relationship Type="http://schemas.openxmlformats.org/officeDocument/2006/relationships/slide" Target="/ppt/slides/slide4.xml" Id="Rec8506cb484b42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8d42b7368c43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86ae42d35341d2" /><Relationship Type="http://schemas.openxmlformats.org/officeDocument/2006/relationships/notesMaster" Target="/ppt/notesMasters/notesMaster1.xml" Id="Rdffc1d0035be46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6af697330f4850" /><Relationship Type="http://schemas.openxmlformats.org/officeDocument/2006/relationships/notesMaster" Target="/ppt/notesMasters/notesMaster1.xml" Id="R11f52c1e783b4b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b82455a90340e3" /><Relationship Type="http://schemas.openxmlformats.org/officeDocument/2006/relationships/notesMaster" Target="/ppt/notesMasters/notesMaster1.xml" Id="Rf03ab1308b534d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06cbbb214444dd" /><Relationship Type="http://schemas.openxmlformats.org/officeDocument/2006/relationships/notesMaster" Target="/ppt/notesMasters/notesMaster1.xml" Id="Rcac533dd00934a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122fdf00448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06ae95af2d4eba" /><Relationship Type="http://schemas.openxmlformats.org/officeDocument/2006/relationships/slideLayout" Target="/ppt/slideLayouts/slideLayout1.xml" Id="Recd092858d7b43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d092858d7b43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66cbc8fe4b4e" /><Relationship Type="http://schemas.openxmlformats.org/officeDocument/2006/relationships/image" Target="/ppt/media/image.png" Id="R9fe2b4c228454314" /><Relationship Type="http://schemas.openxmlformats.org/officeDocument/2006/relationships/image" Target="/ppt/media/image.svg" Id="Rc5a8d982b2fa4611" /><Relationship Type="http://schemas.openxmlformats.org/officeDocument/2006/relationships/image" Target="/ppt/media/image2.png" Id="Rca52380922bf4731" /><Relationship Type="http://schemas.openxmlformats.org/officeDocument/2006/relationships/image" Target="/ppt/media/image2.svg" Id="R60b8d2d18a684eba" /><Relationship Type="http://schemas.openxmlformats.org/officeDocument/2006/relationships/image" Target="/ppt/media/image3.png" Id="Ra5389c19150242b0" /><Relationship Type="http://schemas.openxmlformats.org/officeDocument/2006/relationships/image" Target="/ppt/media/image3.svg" Id="Rfd4ec6804fb842a6" /><Relationship Type="http://schemas.openxmlformats.org/officeDocument/2006/relationships/image" Target="/ppt/media/image.jpeg" Id="R51911da946b34e05" /><Relationship Type="http://schemas.openxmlformats.org/officeDocument/2006/relationships/notesSlide" Target="/ppt/notesSlides/notesSlide1.xml" Id="R34f9d8422e184b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f18d1327a430c" /><Relationship Type="http://schemas.openxmlformats.org/officeDocument/2006/relationships/image" Target="/ppt/media/image4.png" Id="Ra6a7bd91593b4593" /><Relationship Type="http://schemas.openxmlformats.org/officeDocument/2006/relationships/image" Target="/ppt/media/image4.svg" Id="R271f9cda153a406a" /><Relationship Type="http://schemas.openxmlformats.org/officeDocument/2006/relationships/image" Target="/ppt/media/image2.jpeg" Id="R5b78c89dfe5a4037" /><Relationship Type="http://schemas.openxmlformats.org/officeDocument/2006/relationships/notesSlide" Target="/ppt/notesSlides/notesSlide2.xml" Id="R98e2ac36c88146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39c748d97455e" /><Relationship Type="http://schemas.openxmlformats.org/officeDocument/2006/relationships/image" Target="/ppt/media/image5.png" Id="Rc1b36a6c84eb417d" /><Relationship Type="http://schemas.openxmlformats.org/officeDocument/2006/relationships/image" Target="/ppt/media/image5.svg" Id="Rdc2c46960a70426b" /><Relationship Type="http://schemas.openxmlformats.org/officeDocument/2006/relationships/image" Target="/ppt/media/image6.png" Id="R606ed0fbf94e4adc" /><Relationship Type="http://schemas.openxmlformats.org/officeDocument/2006/relationships/image" Target="/ppt/media/image6.svg" Id="R2833a2eed8644d22" /><Relationship Type="http://schemas.openxmlformats.org/officeDocument/2006/relationships/image" Target="/ppt/media/image7.png" Id="Rb83971dda6f447ba" /><Relationship Type="http://schemas.openxmlformats.org/officeDocument/2006/relationships/image" Target="/ppt/media/image7.svg" Id="Rb0370e207b2045e9" /><Relationship Type="http://schemas.openxmlformats.org/officeDocument/2006/relationships/image" Target="/ppt/media/image8.png" Id="R879b6868712040a5" /><Relationship Type="http://schemas.openxmlformats.org/officeDocument/2006/relationships/image" Target="/ppt/media/image8.svg" Id="R37dfb01b45d64d19" /><Relationship Type="http://schemas.openxmlformats.org/officeDocument/2006/relationships/image" Target="/ppt/media/image9.png" Id="Reba0be4b03994553" /><Relationship Type="http://schemas.openxmlformats.org/officeDocument/2006/relationships/image" Target="/ppt/media/image9.svg" Id="R56d906c674a44c65" /><Relationship Type="http://schemas.openxmlformats.org/officeDocument/2006/relationships/image" Target="/ppt/media/image3.jpeg" Id="R84376c32803f4801" /><Relationship Type="http://schemas.openxmlformats.org/officeDocument/2006/relationships/notesSlide" Target="/ppt/notesSlides/notesSlide3.xml" Id="R39b94277208944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2fded755b41f1" /><Relationship Type="http://schemas.openxmlformats.org/officeDocument/2006/relationships/image" Target="/ppt/media/image10.png" Id="R5965c1c6b625462e" /><Relationship Type="http://schemas.openxmlformats.org/officeDocument/2006/relationships/image" Target="/ppt/media/image10.svg" Id="R51bd8bb519dc4467" /><Relationship Type="http://schemas.openxmlformats.org/officeDocument/2006/relationships/image" Target="/ppt/media/image11.png" Id="R908811ba125d4727" /><Relationship Type="http://schemas.openxmlformats.org/officeDocument/2006/relationships/image" Target="/ppt/media/image11.svg" Id="R311b61bdb6c04fcc" /><Relationship Type="http://schemas.openxmlformats.org/officeDocument/2006/relationships/image" Target="/ppt/media/image12.png" Id="Rfafdac9413d54635" /><Relationship Type="http://schemas.openxmlformats.org/officeDocument/2006/relationships/image" Target="/ppt/media/image12.svg" Id="R04b8a04ffe0544bb" /><Relationship Type="http://schemas.openxmlformats.org/officeDocument/2006/relationships/image" Target="/ppt/media/image13.png" Id="Rf9d260b1d263449c" /><Relationship Type="http://schemas.openxmlformats.org/officeDocument/2006/relationships/image" Target="/ppt/media/image13.svg" Id="Raa345401e2f04db9" /><Relationship Type="http://schemas.openxmlformats.org/officeDocument/2006/relationships/image" Target="/ppt/media/image4.jpeg" Id="R71b2376d15834ee0" /><Relationship Type="http://schemas.openxmlformats.org/officeDocument/2006/relationships/notesSlide" Target="/ppt/notesSlides/notesSlide4.xml" Id="R9d92c27532764a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1C9A6D-16F1-4E82-BEC1-FFC42F00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07DA3-AEF9-4651-BD40-DC051BC3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58328-84A8-4D94-9AB1-F6D6E938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632F5-80D4-4F2B-A41E-415F6009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4E3F1-2123-44A1-B11F-82BF0AE9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D2943-1046-4442-B85D-8FDF6915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775EA-47C0-4929-BFDC-2BA5E4F4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17C38-C299-4A71-9681-B4A53268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B7344-7D5A-489D-B525-7116FF8C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EAB69-3449-4041-BC00-D01DACD8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7DD20-4B5A-4D00-BBF6-D4F22D00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377B4-C048-43F2-87FB-943EBCF2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5225E-F76E-4DE6-AB3E-0A2500AF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B6972-AE3A-4AF9-A6DD-3088F735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0CB48-66AB-41B2-A866-3880D87C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2F02C-8F9C-4E15-AC88-73AB57E1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928A4-2071-4469-9A8C-65392D30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DCB04-2E02-4334-AAEB-F158231A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618AC-8C92-498A-8039-1C0597B9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224DE-CB84-42FE-8ECC-AC3EAB61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DA4AD-A8D2-4AAD-91D6-D1BA3042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E9B9D-19D4-433B-B047-FBDD1A22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DA53F-35AF-4E2E-8A85-F49F90AF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C0526-043C-4B88-B8D3-0E3A56D6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C9574-8A8B-479E-9FA4-16F9491E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F944E4-B1B6-4A98-A1A1-56C9FCE6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2D5227-EB5C-40E2-AF5B-CDCECF0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612BD-5E43-411C-91C5-9CFDE093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23500-3D98-4401-9BCC-17A442A5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4C61A4-3190-42B3-8875-352A6297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2B84B"/>
                </a:solidFill>
                <a:latin typeface="微软雅黑"/>
                <a:ea typeface="微软雅黑"/>
                <a:cs typeface="微软雅黑"/>
              </a:rPr>
              <a:t>深色工程风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21D30-88B9-4C04-B044-9D19DF93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智能视觉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5D5C63-C71B-49A1-BACD-12F8A0B9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系统课程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7B9D47-FE38-4EF9-8FE1-74194690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答辩样板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299C4B-B005-4037-927C-6A0DEAD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65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以 V7 参考版为骨架，锁定四类页面的版面节奏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424828-2010-4EF6-BF9A-DE89DF36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C1D19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AFD2A5-6B89-4A60-A070-C5C93CA7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2b4c228454314">
            <a:extLst>
              <a:ext uri="{96DAC541-7B7A-43D3-8B79-37D633B846F1}">
                <asvg:svgBlip xmlns:asvg="http://schemas.microsoft.com/office/drawing/2016/SVG/main" r:embed="Rc5a8d982b2fa46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4539A2-2177-4A8B-B09F-4EFFA746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固定页型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D07661-69DA-4DE9-A489-0A81BFA1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C1D19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775006-208B-4BD7-BA10-6FC945D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2380922bf4731">
            <a:extLst>
              <a:ext uri="{96DAC541-7B7A-43D3-8B79-37D633B846F1}">
                <asvg:svgBlip xmlns:asvg="http://schemas.microsoft.com/office/drawing/2016/SVG/main" r:embed="R60b8d2d18a684e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FED3EE-2058-42E4-B65B-221002A5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章节导航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CD099B-603A-4297-AFDB-4725AF45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C1D19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FA6F3F-9178-46DC-8242-273DB662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89c19150242b0">
            <a:extLst>
              <a:ext uri="{96DAC541-7B7A-43D3-8B79-37D633B846F1}">
                <asvg:svgBlip xmlns:asvg="http://schemas.microsoft.com/office/drawing/2016/SVG/main" r:embed="Rfd4ec6804fb842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0C7D39-410B-447F-B254-EF9B12C5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元素可编辑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AADEEF-B5C2-40F8-81AA-DAA7FF26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"/>
            <a:ext cx="54292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11da946b34e05"/>
          <a:stretch xmlns:a="http://schemas.openxmlformats.org/drawingml/2006/main"/>
        </p:blipFill>
        <p:spPr>
          <a:xfrm xmlns:a="http://schemas.openxmlformats.org/drawingml/2006/main">
            <a:off x="6191250" y="1038225"/>
            <a:ext cx="5429250" cy="36195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ABE34E-E511-4969-ADEB-86886212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ENGINEERING DEFENSE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DDCACB-9520-41C8-B2AD-684855AE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统一主题的多风格视觉样板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AA062E-8904-4A5B-9A05-A9BA4634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A56A1E-2B93-4FD7-A295-0EB719C5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rPr>
              <a:t>Shen-PPT Style Sample · 深色工程风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A796A8-C806-41D6-B1F2-48FA761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80751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442F5-8A76-4FA9-B4E9-F183C163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08DF0-3FA6-4035-BD49-DED9A8B9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A512C-F214-478F-8C38-18AF60EE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090D2-7343-4110-AE49-B1CA0039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90F04-3A47-433C-9922-5DD10982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31FD5-EAA0-46C5-8927-BA8B3958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BDBB0-5577-4D9A-B054-E05776C8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F148F-EFD0-4C53-BF15-890DA30C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231BC-B5F1-4077-88CA-8E80163E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D98BA-085D-4129-96D3-9A9EFB7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11D44-057D-4956-989A-6E1FF49A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00052-CF20-4CFB-A13F-9105C162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3A195-FC68-4344-8E95-A3239DBA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5D870-7FBA-44AF-B525-360207CA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75534-622C-4907-BEE0-88D7B977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69134-E2EC-48C1-9765-89EA0D6F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50789-CDE4-4479-BF8C-BF2B74B0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7A025-5D35-4009-90F5-F18D074C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F8CC7-D908-40B1-B02A-670D4AEE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928FE-8164-4360-ABB2-FF6D5689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B2251-8DA1-4993-A21E-F4BFA61A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669D3-3E5C-4A02-90A4-E75FE9B4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E85CB-B5C1-4B91-AB4B-8EF6DADF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6A6FF-EAA2-4EA4-A819-9F44657B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45CA43-E5E5-483B-BAF7-2D1FF526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8D83D-7B07-45D0-AB5C-83477708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6183B-AA4B-4678-BEEF-3AD0885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FF999F-B021-44A1-9727-217F844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C560F-4C5B-439A-8293-605F1C57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581094-7A5A-4034-9A40-98A2026B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5AB1AC-081A-47C9-B55E-C326170A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9600"/>
            <a:ext cx="190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83F302-19D0-4A3D-8D35-FCFF3AE8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001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96F29A-CE33-43D5-AA10-E5E26B00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382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9CE880-FD7C-48E4-B437-4BF83F85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说明为什么做以及课程答辩的完成边界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9BE81C-56DD-46A3-93B0-9BEBC965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7E2D23-A557-47FB-B912-374185DF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F6C59A-D773-4A61-9BB5-17F0492E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系统方案与技术路线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3F8C89-CDC7-403F-87CA-D93BA9EE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展示模块结构、处理流程和关键选择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8B485C-243C-47F0-A2DC-9FF58ACE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6B0AF8-DE35-4032-A57B-63E52F2A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8B7BBA-9BF0-4A0C-964E-048E5926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核心实现与实验验证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4A8495-E040-4555-AE65-ABF09938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用图表、截图和流程证明实际完成情况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74CCE1-DA66-4FA1-9485-31840DEB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C7DFD8-5576-45CB-96A5-049B25D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E039C9-F173-4D75-AC70-81A961D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结果总结与后续展望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C63703-A258-4496-AB92-B20D4BD0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归纳结果、限制条件和下一步优化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36B9A5-1D26-43E8-9AD3-09D95081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91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6CF85B-ED54-4999-BE30-57ECE38A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04950"/>
            <a:ext cx="1314450" cy="43053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81411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7bd91593b4593">
            <a:extLst>
              <a:ext uri="{96DAC541-7B7A-43D3-8B79-37D633B846F1}">
                <asvg:svgBlip xmlns:asvg="http://schemas.microsoft.com/office/drawing/2016/SVG/main" r:embed="R271f9cda153a40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44150" y="1600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A27391-CFAB-4893-A342-E609611C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525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F2B84B"/>
                </a:solidFill>
                <a:latin typeface="方正小标宋简体"/>
                <a:ea typeface="方正小标宋简体"/>
                <a:cs typeface="方正小标宋简体"/>
              </a:rPr>
              <a:t>示例图像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8c89dfe5a4037"/>
          <a:stretch xmlns:a="http://schemas.openxmlformats.org/drawingml/2006/main"/>
        </p:blipFill>
        <p:spPr>
          <a:xfrm xmlns:a="http://schemas.openxmlformats.org/drawingml/2006/main">
            <a:off x="10267950" y="3460750"/>
            <a:ext cx="1162050" cy="7747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E976BD-DA2F-41BE-B16E-2132FF64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A06784-CF43-49C2-B21E-387FFE18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rPr>
              <a:t>Shen-PPT Style Sample · 深色工程风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027206-FD07-437A-AB46-F1257099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049609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B93EF-DF53-4F91-8AF1-5935EF60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7A05E-1906-4A10-B5BF-1467BB63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2AA48-6101-4CCB-9B9C-A63DD46C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B82EE-95FD-4893-AB78-E92B9D53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F4CE3-1FDA-45C9-9861-1432A04C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7A619-D86E-48FF-9C03-0B241D60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849A5-1D24-450D-AA5B-D9863A9D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DC776-F203-4FC2-923E-D3A93004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ECA9F-DF4D-4E5F-8277-5FA8E777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6C120-D812-4015-861C-159D5485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D5B0E-0D91-4A2C-8DDD-81FA1344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47A65-8CBF-4911-8591-30D9B182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325DA-BFE2-4CB6-B31A-A7BE7089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6FB39-D097-4AE6-9BF9-783A3CA1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CD606-1E0B-49CF-8DBF-EDE638C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EF3F5-9F2D-459A-B719-B20C52B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3D080-E08A-40C0-A290-0CE77D95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1F1B0-F1C1-4D53-B32B-5B70F680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A144E-1728-4A24-B813-15F08042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E8C27-529E-46C8-8186-04D41515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269E0-E7D0-40D0-8DB5-86F869BC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5F8C3-3F15-48B0-BEF3-6102A67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B34AB-74D6-450F-8943-C9285E1F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7470D-622B-45AF-AD0A-470025DE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35F0F-0A87-4612-ACB1-E97D8D56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0E515-239F-409B-96EF-DFEB3E63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15130-CD9A-46D8-B1B7-1274A2D1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8B7251-E669-48C1-A5A8-FAF7C31F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C76485-030D-49A1-A33E-5ABCFF9B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FEAD8-95BF-4665-8C47-8D2C24C0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0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7100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2695D6-CCDD-44F8-86CC-AFA2A51D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0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07100F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364A8-FB15-4531-AC82-A0E78200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1E1A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7F5079-1AAD-4BBE-A7EA-61636D4A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A40250-67D8-4BDA-B356-D09C8146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612D13-42A4-4D50-A223-40061555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1E1A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9C00BA-27B8-424A-8888-8C22C54C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158F74-6ED6-4136-8240-22DA52D4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EB24FD-423B-45F9-A482-A6AB4693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1E1A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95574B-B93A-405A-88DB-73E12F80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F10455-162C-404D-8461-9E418A80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1FF22A-6CFF-49F9-896B-FA92D0BC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D17B99-0E97-4BAC-B547-6A829E7D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048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D19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36a6c84eb417d">
            <a:extLst>
              <a:ext uri="{96DAC541-7B7A-43D3-8B79-37D633B846F1}">
                <asvg:svgBlip xmlns:asvg="http://schemas.microsoft.com/office/drawing/2016/SVG/main" r:embed="Rdc2c46960a7042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19300" y="9810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EE3831-B48F-44D5-BEA0-F966880B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23900"/>
            <a:ext cx="657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426BAE-484B-49CA-A004-7691AEE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本章说明项目动机、目标范围和可验证成果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986B75-9D4D-4365-BC7D-D94FEF9F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7BCF4C-D19C-44B6-84A7-1E9C8906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ed0fbf94e4adc">
            <a:extLst>
              <a:ext uri="{96DAC541-7B7A-43D3-8B79-37D633B846F1}">
                <asvg:svgBlip xmlns:asvg="http://schemas.microsoft.com/office/drawing/2016/SVG/main" r:embed="R2833a2eed8644d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2857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61E6DE-8955-451D-AD36-46555067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应用动机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0EADD1-DFAE-4BF7-8359-835B849C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把任务背景、现实约束和课程要求放在同一条叙事线上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C765D9-8712-49DC-8868-5C860772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971dda6f447ba">
            <a:extLst>
              <a:ext uri="{96DAC541-7B7A-43D3-8B79-37D633B846F1}">
                <asvg:svgBlip xmlns:asvg="http://schemas.microsoft.com/office/drawing/2016/SVG/main" r:embed="Rb0370e207b2045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4038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7DAB2A-1000-4870-BED8-B54EAEBD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目标边界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54B62F-98D8-49FD-9B2B-7B3425B0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明确系统需要完成的输入、处理、输出和展示结果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8962A6-DEAB-440A-BE04-2F18AC8C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b6868712040a5">
            <a:extLst>
              <a:ext uri="{96DAC541-7B7A-43D3-8B79-37D633B846F1}">
                <asvg:svgBlip xmlns:asvg="http://schemas.microsoft.com/office/drawing/2016/SVG/main" r:embed="R37dfb01b45d64d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5219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693218-93A3-44F1-9067-A9FA65DB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验证方式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63E8ED-B68E-4DDD-9158-6277940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通过运行截图、结果表格、流程图和实物图说明完成情况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B19FA9-1C90-4EF3-9776-5D94066C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362200" cy="3124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81411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0be4b03994553">
            <a:extLst>
              <a:ext uri="{96DAC541-7B7A-43D3-8B79-37D633B846F1}">
                <asvg:svgBlip xmlns:asvg="http://schemas.microsoft.com/office/drawing/2016/SVG/main" r:embed="R56d906c674a44c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72550" y="2876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DA92E0-1273-414E-982E-1853BB7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F2B84B"/>
                </a:solidFill>
                <a:latin typeface="方正小标宋简体"/>
                <a:ea typeface="方正小标宋简体"/>
                <a:cs typeface="方正小标宋简体"/>
              </a:rPr>
              <a:t>章节示例图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76c32803f4801"/>
          <a:stretch xmlns:a="http://schemas.openxmlformats.org/drawingml/2006/main"/>
        </p:blipFill>
        <p:spPr>
          <a:xfrm xmlns:a="http://schemas.openxmlformats.org/drawingml/2006/main">
            <a:off x="8896350" y="3705225"/>
            <a:ext cx="2209800" cy="165735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B17C13-7994-4E61-8885-C043A0D9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1E8189-2C4F-482A-AC8B-B72387DE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rPr>
              <a:t>Shen-PPT Style Sample · 深色工程风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D11D94-CA07-4C64-9EA6-B3E46FA3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94173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D39AF3-189D-497A-865D-71ABE052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A84F0-C006-49DA-B554-9E1894A0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51A8F-0E33-448A-BF00-DF191116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D53C6-DA61-4B94-A8DB-ABE91DE5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61956-5A4E-430B-A437-613F244F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12CD5-6990-4DB1-815A-D3BCE33A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4DA99-4970-4B7C-92B1-C76504D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B9980-E50A-42AA-8E1B-2E9EC982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ED757-00C1-4C47-8B66-03A7B347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F4FA0-5E8E-4BDE-839B-A7D3349E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B1938-2EB8-495F-82C4-04231653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16BDB-08D6-4763-9ECE-0FAFAAA5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95B57-E34F-49F2-B623-161847B4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77A01-E06C-4D2C-9F6C-681A3467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F6D8F-9A9C-4FF2-89AF-D0EB3D5C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8434A-B65B-4925-AE89-A34E157B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C2D33-AD78-4235-B310-E8617681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8D6F9-9AF4-4AD7-9992-0CFD8754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706E3-9AF2-455C-9894-6FFAA53B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06F22-A1C2-411E-AB6D-DB72157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DD324-EDB2-47B8-B815-14D20E1C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8A77B-4A65-4CED-A480-4360E667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B62F9-AAE1-4304-92A3-C0D4BF44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81947-384E-4B75-A06A-BD544701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9B4DF-13B8-4ACA-95D2-737171B7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83828A-D0DA-4D43-A0F3-BDC400A5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E13E0-C888-499B-8212-429D2B39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456D23-CAAD-4F14-8857-41D00FFA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AB23B0-6AF3-4E0A-A020-E1F4704A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1E1A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78DD2E-2CD0-4223-8FB9-2825F64D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A95189-6836-4292-AD1E-DC896294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A36F2D-0B5A-41AB-AACC-08D4108E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79D42-A1D1-4A53-A498-A88152C6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0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7100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DBCEFA-5B34-4ED1-B56E-F84E8436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0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07100F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1E70D2-146F-403A-B9FB-8F9A7465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1E1A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AC2EBA-2C9A-4808-99F8-A8DB734C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D12B50-B6CB-4C6B-847B-62D1C3D2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630C48-996B-40E3-90FF-081B22FD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1E1A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627D6E-5A51-478B-A2FE-6000B88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28C2D1-0314-4E38-922D-1C3F912B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F83C0A-7ED8-4B68-A272-12F70723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02 系统方案与技术路线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3A1C2F-7D1B-4301-96D4-7E857F48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系统方案与技术路线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E82965-6851-4FD7-B0C4-E2AD64EE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F25FE3-EB09-4E5F-9FF3-F4AF541B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7D3306-9EF4-475F-8009-C6C9FBF1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A4B7B0"/>
                </a:solidFill>
                <a:latin typeface="Times New Roman"/>
                <a:ea typeface="Times New Roman"/>
                <a:cs typeface="Times New Roman"/>
              </a:rPr>
              <a:t>Shen-PPT Style Sample · 深色工程风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8C5F96-6943-4B1A-8F9C-F98469EE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F2B84B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E47650-E9EE-4567-9F67-CCDCAAA3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1D19"/>
          </a:solidFill>
          <a:ln xmlns:a="http://schemas.openxmlformats.org/drawingml/2006/main" w="10478">
            <a:solidFill>
              <a:srgbClr val="24443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3B217B-5D9F-425E-B269-D5F57833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5c1c6b625462e">
            <a:extLst>
              <a:ext uri="{96DAC541-7B7A-43D3-8B79-37D633B846F1}">
                <asvg:svgBlip xmlns:asvg="http://schemas.microsoft.com/office/drawing/2016/SVG/main" r:embed="R51bd8bb519dc44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1428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9BA5DB-9B85-4E5A-966D-90CEFF66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7BDC14-E2BD-4B7C-A420-41A58A6D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477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1D4A2C-8A93-4FB8-AEDE-C06AC94E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763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摄像头或数据文件进入系统，作为后续处理的标准输入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0AE226-7770-4DD1-A515-3D931FFD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D5E3D2-D400-45EE-935D-C3767AF8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1D19"/>
          </a:solidFill>
          <a:ln xmlns:a="http://schemas.openxmlformats.org/drawingml/2006/main" w="10478">
            <a:solidFill>
              <a:srgbClr val="24443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792D35-27D0-4EF7-8B2D-4DCDDA7B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811ba125d4727">
            <a:extLst>
              <a:ext uri="{96DAC541-7B7A-43D3-8B79-37D633B846F1}">
                <asvg:svgBlip xmlns:asvg="http://schemas.microsoft.com/office/drawing/2016/SVG/main" r:embed="R311b61bdb6c04f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2647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FE4BE5-05F1-4DE1-A51F-014561D7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目标检测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8488A0-405A-4A11-93D8-24086143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669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DDC568-C359-4879-813D-89382582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算法输出目标位置、置信度和状态判断依据，用于后续控制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D9C906-22A3-469B-AE47-50FD55E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575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021475-3A78-4075-B298-FA55540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1D19"/>
          </a:solidFill>
          <a:ln xmlns:a="http://schemas.openxmlformats.org/drawingml/2006/main" w="10478">
            <a:solidFill>
              <a:srgbClr val="24443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3FFD53-33F3-4FED-826C-6FF346F8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8C4D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dac9413d54635">
            <a:extLst>
              <a:ext uri="{96DAC541-7B7A-43D3-8B79-37D633B846F1}">
                <asvg:svgBlip xmlns:asvg="http://schemas.microsoft.com/office/drawing/2016/SVG/main" r:embed="R04b8a04ffe0544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3867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ABAF99-CE41-4E39-A05E-39F9BBE6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AF4EF"/>
                </a:solidFill>
                <a:latin typeface="微软雅黑"/>
                <a:ea typeface="微软雅黑"/>
                <a:cs typeface="微软雅黑"/>
              </a:rPr>
              <a:t>结果验证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DCC12C-E3F6-432E-A976-5EFAD0F3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861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729769-17B5-442C-A0A2-51F92722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截图、表格与趋势图共同说明模块是否按预期工作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9F4A08-C8E1-40F8-A77A-8C317A7C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90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C1D19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6C5E47-8EAC-464F-9A4F-348BBB44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84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2B84B"/>
                </a:solidFill>
                <a:latin typeface="微软雅黑"/>
                <a:ea typeface="微软雅黑"/>
                <a:cs typeface="微软雅黑"/>
              </a:rPr>
              <a:t>样板标准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8D2192-4AC8-4A01-886D-9F7BF3BA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29200"/>
            <a:ext cx="3981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正文页展示实现顺序、证据位置和结果判断；同一批次元素保持统一颜色和统一图标逻辑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0CB488-E76D-4E1F-ACCF-5F9624C1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04900"/>
            <a:ext cx="4724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81411"/>
          </a:solidFill>
          <a:ln xmlns:a="http://schemas.openxmlformats.org/drawingml/2006/main" w="11430">
            <a:solidFill>
              <a:srgbClr val="F2B84B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260b1d263449c">
            <a:extLst>
              <a:ext uri="{96DAC541-7B7A-43D3-8B79-37D633B846F1}">
                <asvg:svgBlip xmlns:asvg="http://schemas.microsoft.com/office/drawing/2016/SVG/main" r:embed="Raa345401e2f04d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1200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4E0529-2877-46CE-8933-15B9E24D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350" b="1">
                <a:solidFill>
                  <a:srgbClr val="F2B84B"/>
                </a:solidFill>
                <a:latin typeface="方正小标宋简体"/>
                <a:ea typeface="方正小标宋简体"/>
                <a:cs typeface="方正小标宋简体"/>
              </a:rPr>
              <a:t>核心证据图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2376d15834ee0"/>
          <a:stretch xmlns:a="http://schemas.openxmlformats.org/drawingml/2006/main"/>
        </p:blipFill>
        <p:spPr>
          <a:xfrm xmlns:a="http://schemas.openxmlformats.org/drawingml/2006/main">
            <a:off x="7419975" y="1562100"/>
            <a:ext cx="3486150" cy="23241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7E21448-AF15-4965-9BF3-88D1ACAF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47244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C1D19"/>
          </a:solidFill>
          <a:ln xmlns:a="http://schemas.openxmlformats.org/drawingml/2006/main" w="9525">
            <a:solidFill>
              <a:srgbClr val="24443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13803A-2D5A-4D9A-9B12-6C5CF7B5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84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2B84B"/>
                </a:solidFill>
                <a:latin typeface="微软雅黑"/>
                <a:ea typeface="微软雅黑"/>
                <a:cs typeface="微软雅黑"/>
              </a:rPr>
              <a:t>结果趋势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D383ECA-B840-4A13-960D-7C406E32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57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896B5E1-8BDB-4BB1-8D6B-78EDE97A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采集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298C5C-7DAB-4C02-9951-E936E80F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457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300863-EEB1-4ADB-9794-65E0D234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检测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20C598A-2F25-4CDA-A532-A261440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24450"/>
            <a:ext cx="45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52F5D55-D956-45B9-B75A-E7BBA8EF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控制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6E5EE9E-4294-41B5-B622-45F1DC67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76800"/>
            <a:ext cx="457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D7D7D66-B945-43C3-B984-E716863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A4B7B0"/>
                </a:solidFill>
                <a:latin typeface="方正小标宋简体"/>
                <a:ea typeface="方正小标宋简体"/>
                <a:cs typeface="方正小标宋简体"/>
              </a:rPr>
              <a:t>验证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0B6269F-60B9-44D2-BB5C-CED8A553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29300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0559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2026-06-06T14:46:11.6500000Z</dcterms:created>
  <dcterms:modified xsi:type="dcterms:W3CDTF">2026-06-06T14:46:11.6510000Z</dcterms:modified>
</coreProperties>
</file>