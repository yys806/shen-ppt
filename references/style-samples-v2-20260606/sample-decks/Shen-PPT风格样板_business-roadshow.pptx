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cc90dd5ffc419a" /><Relationship Type="http://schemas.openxmlformats.org/officeDocument/2006/relationships/extended-properties" Target="/docProps/app.xml" Id="R89804934f91640bd" /><Relationship Type="http://schemas.openxmlformats.org/officeDocument/2006/relationships/officeDocument" Target="/ppt/presentation.xml" Id="R5d18116f0d6140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65c4fc993c488c"/>
  </p:sldMasterIdLst>
  <p:notesMasterIdLst>
    <p:notesMasterId xmlns:r="http://schemas.openxmlformats.org/officeDocument/2006/relationships" r:id="Re42c36a7b7694180"/>
  </p:notesMasterIdLst>
  <p:sldIdLst>
    <p:sldId xmlns:r="http://schemas.openxmlformats.org/officeDocument/2006/relationships" id="256" r:id="R8e866c5123db4032"/>
    <p:sldId xmlns:r="http://schemas.openxmlformats.org/officeDocument/2006/relationships" id="257" r:id="Rcaaadd9a29da4d76"/>
    <p:sldId xmlns:r="http://schemas.openxmlformats.org/officeDocument/2006/relationships" id="258" r:id="R4da49e267df14b6e"/>
    <p:sldId xmlns:r="http://schemas.openxmlformats.org/officeDocument/2006/relationships" id="259" r:id="Ra41f07d43dba45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efa8f1b07d4c5c" /><Relationship Type="http://schemas.openxmlformats.org/officeDocument/2006/relationships/slideMaster" Target="/ppt/slideMasters/slideMaster1.xml" Id="R0e65c4fc993c488c" /><Relationship Type="http://schemas.openxmlformats.org/officeDocument/2006/relationships/notesMaster" Target="/ppt/notesMasters/notesMaster1.xml" Id="Re42c36a7b7694180" /><Relationship Type="http://schemas.openxmlformats.org/officeDocument/2006/relationships/presProps" Target="/ppt/presProps.xml" Id="R4e4d8abe93e542a8" /><Relationship Type="http://schemas.openxmlformats.org/officeDocument/2006/relationships/viewProps" Target="/ppt/viewProps.xml" Id="R5433c9868ce4435e" /><Relationship Type="http://schemas.openxmlformats.org/officeDocument/2006/relationships/tableStyles" Target="/ppt/tableStyles.xml" Id="Ref9cc0572ad5456e" /><Relationship Type="http://schemas.openxmlformats.org/officeDocument/2006/relationships/slide" Target="/ppt/slides/slide1.xml" Id="R8e866c5123db4032" /><Relationship Type="http://schemas.openxmlformats.org/officeDocument/2006/relationships/slide" Target="/ppt/slides/slide2.xml" Id="Rcaaadd9a29da4d76" /><Relationship Type="http://schemas.openxmlformats.org/officeDocument/2006/relationships/slide" Target="/ppt/slides/slide3.xml" Id="R4da49e267df14b6e" /><Relationship Type="http://schemas.openxmlformats.org/officeDocument/2006/relationships/slide" Target="/ppt/slides/slide4.xml" Id="Ra41f07d43dba45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e89a6240b747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18b5f67bc0410b" /><Relationship Type="http://schemas.openxmlformats.org/officeDocument/2006/relationships/notesMaster" Target="/ppt/notesMasters/notesMaster1.xml" Id="R57692c9516374e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3ef94ed4a141ab" /><Relationship Type="http://schemas.openxmlformats.org/officeDocument/2006/relationships/notesMaster" Target="/ppt/notesMasters/notesMaster1.xml" Id="Rb5b5fae12e6741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98ebd9e1f24e16" /><Relationship Type="http://schemas.openxmlformats.org/officeDocument/2006/relationships/notesMaster" Target="/ppt/notesMasters/notesMaster1.xml" Id="R4f89195f43384b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9a60de53e34f44" /><Relationship Type="http://schemas.openxmlformats.org/officeDocument/2006/relationships/notesMaster" Target="/ppt/notesMasters/notesMaster1.xml" Id="R0feafff10e224a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6519f5e2b40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fb0ebe0809479a" /><Relationship Type="http://schemas.openxmlformats.org/officeDocument/2006/relationships/slideLayout" Target="/ppt/slideLayouts/slideLayout1.xml" Id="R64224521b31b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224521b31b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e1a33563f4f1f" /><Relationship Type="http://schemas.openxmlformats.org/officeDocument/2006/relationships/image" Target="/ppt/media/image.png" Id="R2de7cf2595a041ef" /><Relationship Type="http://schemas.openxmlformats.org/officeDocument/2006/relationships/image" Target="/ppt/media/image.svg" Id="Rb5cafa44332c419d" /><Relationship Type="http://schemas.openxmlformats.org/officeDocument/2006/relationships/image" Target="/ppt/media/image2.png" Id="R3e6e242fd49042b1" /><Relationship Type="http://schemas.openxmlformats.org/officeDocument/2006/relationships/image" Target="/ppt/media/image2.svg" Id="Ra3839d54df0f4bd1" /><Relationship Type="http://schemas.openxmlformats.org/officeDocument/2006/relationships/image" Target="/ppt/media/image3.png" Id="R700aded75fdb425c" /><Relationship Type="http://schemas.openxmlformats.org/officeDocument/2006/relationships/image" Target="/ppt/media/image3.svg" Id="Ree1ebb7247354fb9" /><Relationship Type="http://schemas.openxmlformats.org/officeDocument/2006/relationships/image" Target="/ppt/media/image.jpeg" Id="Rcb2fbe9f508e4f92" /><Relationship Type="http://schemas.openxmlformats.org/officeDocument/2006/relationships/notesSlide" Target="/ppt/notesSlides/notesSlide1.xml" Id="R0ab1279d67a740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3c73eda5c425b" /><Relationship Type="http://schemas.openxmlformats.org/officeDocument/2006/relationships/image" Target="/ppt/media/image4.png" Id="Rd106afc7d6c64d6c" /><Relationship Type="http://schemas.openxmlformats.org/officeDocument/2006/relationships/image" Target="/ppt/media/image4.svg" Id="R3dfd0fd3ffd442af" /><Relationship Type="http://schemas.openxmlformats.org/officeDocument/2006/relationships/image" Target="/ppt/media/image2.jpeg" Id="Ra02677bbbbbb496a" /><Relationship Type="http://schemas.openxmlformats.org/officeDocument/2006/relationships/notesSlide" Target="/ppt/notesSlides/notesSlide2.xml" Id="Rb9cb2d67f2864d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c0e86f6544748" /><Relationship Type="http://schemas.openxmlformats.org/officeDocument/2006/relationships/image" Target="/ppt/media/image5.png" Id="Rce60c7595fb543c7" /><Relationship Type="http://schemas.openxmlformats.org/officeDocument/2006/relationships/image" Target="/ppt/media/image5.svg" Id="Rafc57f023ec549d6" /><Relationship Type="http://schemas.openxmlformats.org/officeDocument/2006/relationships/image" Target="/ppt/media/image6.png" Id="R93a7507fa26d45d8" /><Relationship Type="http://schemas.openxmlformats.org/officeDocument/2006/relationships/image" Target="/ppt/media/image6.svg" Id="R19fc7559363f44df" /><Relationship Type="http://schemas.openxmlformats.org/officeDocument/2006/relationships/image" Target="/ppt/media/image7.png" Id="Rfca12765bf6d49fc" /><Relationship Type="http://schemas.openxmlformats.org/officeDocument/2006/relationships/image" Target="/ppt/media/image7.svg" Id="Rdd6ec58e0fbe46d6" /><Relationship Type="http://schemas.openxmlformats.org/officeDocument/2006/relationships/image" Target="/ppt/media/image8.png" Id="R63db71dfbb9a4fd7" /><Relationship Type="http://schemas.openxmlformats.org/officeDocument/2006/relationships/image" Target="/ppt/media/image8.svg" Id="R9ce9b2507893449d" /><Relationship Type="http://schemas.openxmlformats.org/officeDocument/2006/relationships/image" Target="/ppt/media/image9.png" Id="Rd85c582b0219416e" /><Relationship Type="http://schemas.openxmlformats.org/officeDocument/2006/relationships/image" Target="/ppt/media/image9.svg" Id="R184e06f325be420c" /><Relationship Type="http://schemas.openxmlformats.org/officeDocument/2006/relationships/image" Target="/ppt/media/image3.jpeg" Id="R6243c49118594834" /><Relationship Type="http://schemas.openxmlformats.org/officeDocument/2006/relationships/notesSlide" Target="/ppt/notesSlides/notesSlide3.xml" Id="Rc329676f6f7a48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d984296814815" /><Relationship Type="http://schemas.openxmlformats.org/officeDocument/2006/relationships/image" Target="/ppt/media/image10.png" Id="Raff56e2d702844a6" /><Relationship Type="http://schemas.openxmlformats.org/officeDocument/2006/relationships/image" Target="/ppt/media/image10.svg" Id="R93fd3ad36f214970" /><Relationship Type="http://schemas.openxmlformats.org/officeDocument/2006/relationships/image" Target="/ppt/media/image11.png" Id="R6cdc00b547af4f40" /><Relationship Type="http://schemas.openxmlformats.org/officeDocument/2006/relationships/image" Target="/ppt/media/image11.svg" Id="R3c531567e77b4612" /><Relationship Type="http://schemas.openxmlformats.org/officeDocument/2006/relationships/image" Target="/ppt/media/image12.png" Id="R7827f486e59c4e96" /><Relationship Type="http://schemas.openxmlformats.org/officeDocument/2006/relationships/image" Target="/ppt/media/image12.svg" Id="R99a9f90e58b54e56" /><Relationship Type="http://schemas.openxmlformats.org/officeDocument/2006/relationships/image" Target="/ppt/media/image13.png" Id="R5cd761930d0a497d" /><Relationship Type="http://schemas.openxmlformats.org/officeDocument/2006/relationships/image" Target="/ppt/media/image13.svg" Id="Rc4a76a4672c34f22" /><Relationship Type="http://schemas.openxmlformats.org/officeDocument/2006/relationships/image" Target="/ppt/media/image4.jpeg" Id="R03d4c01f32ee4d61" /><Relationship Type="http://schemas.openxmlformats.org/officeDocument/2006/relationships/notesSlide" Target="/ppt/notesSlides/notesSlide4.xml" Id="R571bac38ba9141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BB8A8-97D1-4737-AF41-16529CAF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66AB7-04EC-4F28-93F5-378F6991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1ED2C-C6A6-4CED-8EC1-B3E462C4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7503C-AC1E-431D-9A7D-0882329B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7425D-44A8-46F3-9858-C7B6623E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F4FE2-ABEC-4222-918E-96B7540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873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B88732"/>
                </a:solidFill>
                <a:latin typeface="微软雅黑"/>
                <a:ea typeface="微软雅黑"/>
                <a:cs typeface="微软雅黑"/>
              </a:rPr>
              <a:t>商务路演风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7862F-5E49-4510-ABDF-A9E217FF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智能视觉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0D9A1-041E-40CC-821B-3DC01AE7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系统课程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8DCDF-F03A-42CF-A473-A6293A53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答辩样板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3FB15-D608-4E08-89F9-5BE70A2A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65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以 V7 参考版为骨架，锁定四类页面的版面节奏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9B3FE-DE3A-4221-B9C0-3E362041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E9DE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97C0E-6469-4C51-B9D9-DE1BD0C4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7cf2595a041ef">
            <a:extLst>
              <a:ext uri="{96DAC541-7B7A-43D3-8B79-37D633B846F1}">
                <asvg:svgBlip xmlns:asvg="http://schemas.microsoft.com/office/drawing/2016/SVG/main" r:embed="Rb5cafa44332c41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B06BF-99CE-4732-8A4E-124CCD96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固定页型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7A4B4-1C27-4B24-8DFB-F16AC238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E9DE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57E40-8D16-4495-B681-FBDAA63D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e242fd49042b1">
            <a:extLst>
              <a:ext uri="{96DAC541-7B7A-43D3-8B79-37D633B846F1}">
                <asvg:svgBlip xmlns:asvg="http://schemas.microsoft.com/office/drawing/2016/SVG/main" r:embed="Ra3839d54df0f4b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CA6C9-6F07-4451-90E3-C70E4BFB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章节导航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CB62D-7449-4237-B9EA-BFF25E65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E9DE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A8E99-E271-4F71-90FD-B65D1BF9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aded75fdb425c">
            <a:extLst>
              <a:ext uri="{96DAC541-7B7A-43D3-8B79-37D633B846F1}">
                <asvg:svgBlip xmlns:asvg="http://schemas.microsoft.com/office/drawing/2016/SVG/main" r:embed="Ree1ebb7247354f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481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E2287-C5C3-4F35-89E0-30335FBF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元素可编辑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73D8F-E380-46CD-8B18-B1972589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42950"/>
            <a:ext cx="54292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fbe9f508e4f92"/>
          <a:stretch xmlns:a="http://schemas.openxmlformats.org/drawingml/2006/main"/>
        </p:blipFill>
        <p:spPr>
          <a:xfrm xmlns:a="http://schemas.openxmlformats.org/drawingml/2006/main">
            <a:off x="6191250" y="812006"/>
            <a:ext cx="5429250" cy="4071938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59A23-E165-4C59-A642-8B65D90A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BUSINESS ROADSHOW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F97BB-2958-4E85-B232-82770ED3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统一主题的多风格视觉样板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D247E3-0396-4171-9C66-B7358C54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E27ED-2596-4283-84DC-D78C9C30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rPr>
              <a:t>Shen-PPT Style Sample · 商务路演风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2A6C83-2EF0-413C-B038-D6C0814E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23850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F5F07B-9642-46F2-B9E8-185519FB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75580-DDFB-47F0-B2A9-432368E7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46044-BFEA-4FAB-B39C-DDC0BEA1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BAEB9-3CEB-4218-8E03-FC12404E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223D1-1513-484C-AA88-18884EB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74291-BEE8-4AA8-ACD0-A7866469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3D477-41EA-462D-A448-0D84DD35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9600"/>
            <a:ext cx="1905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C4CF1-94A2-4A7B-8694-7676574A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001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62385-9943-45B8-92A1-0DBE222E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382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F6A87-0B55-49EA-8C87-5137D25E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说明为什么做以及课程答辩的完成边界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1C2FA-84A8-477C-92C8-139FF421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54482-1B97-42D3-A377-32D1E780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B160D-A622-4340-A6AA-084CE72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系统方案与技术路线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F8050-E208-4835-8D1D-53DF68E7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展示模块结构、处理流程和关键选择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05A50-0111-4FEF-8606-9964D113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30901-BAEA-4917-9C33-E24E294E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7155D-3879-456F-8360-7D7D99B5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核心实现与实验验证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6AFAA-0729-4E7C-A10C-B01CDB14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用图表、截图和流程证明实际完成情况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6D97A-84C7-42EA-BD75-C0A070A8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316CC-2C61-4856-8F3D-62AABC39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00D01-69D7-4ABE-ACC0-E30D5254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结果总结与后续展望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F9330-4C2B-4FDA-8D1E-E2508CF0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5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归纳结果、限制条件和下一步优化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EA8B5-6451-4F32-B096-CDE50EBF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911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8E2AF-AA5A-41EC-B089-0AF327B7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04950"/>
            <a:ext cx="1314450" cy="43053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6afc7d6c64d6c">
            <a:extLst>
              <a:ext uri="{96DAC541-7B7A-43D3-8B79-37D633B846F1}">
                <asvg:svgBlip xmlns:asvg="http://schemas.microsoft.com/office/drawing/2016/SVG/main" r:embed="R3dfd0fd3ffd442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44150" y="1600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7A49AA-0348-4805-A3A0-983F589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525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732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B88732"/>
                </a:solidFill>
                <a:latin typeface="方正小标宋简体"/>
                <a:ea typeface="方正小标宋简体"/>
                <a:cs typeface="方正小标宋简体"/>
              </a:rPr>
              <a:t>示例图像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677bbbbbb496a"/>
          <a:stretch xmlns:a="http://schemas.openxmlformats.org/drawingml/2006/main"/>
        </p:blipFill>
        <p:spPr>
          <a:xfrm xmlns:a="http://schemas.openxmlformats.org/drawingml/2006/main">
            <a:off x="10267950" y="3460750"/>
            <a:ext cx="1162050" cy="774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78D7B2-B7AB-4497-8C9A-A48BA01D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96DFB9-5EA1-4361-95A0-23ED94DC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rPr>
              <a:t>Shen-PPT Style Sample · 商务路演风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F578BD-F0A6-4CE9-B0AB-868B3AD8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63202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546765-A2AC-429E-BA85-48D9D4DE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0DE9A-1B1D-4557-881F-BDA472B8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97E14-33A5-487C-BF0C-237CEEB4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6A91C-5740-4A7C-A86B-7DEB478A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53B12-9F24-42E5-8667-C0FEAE96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887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A470E-CBDC-4317-8979-ADE13FDE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6F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8F6F1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66BDA-B40B-48F9-9CED-97B3A5EC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6F1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F8F6F1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F88A4-ACA3-405A-9A09-3AB94D10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C0F55-FAF9-4E70-B9D0-35F6AECF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973C4-837E-4191-98CF-838216D3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174FE-FF98-4FA1-9AC2-080D5BA5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78BA2-05A6-4325-AECA-4F8232C6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78BAA-E799-459D-BEAD-1DB837BB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A9EE5-5744-4D17-B9B9-87E3BEA5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A7698-D1AB-4E67-85E6-951C23C1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C801C-3058-493D-8F59-A9350F7E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86386-03AF-4206-B373-3E6556EE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0" b="1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BA057-A6B0-4DB5-91CA-3E19CBB8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0487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E9DE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0c7595fb543c7">
            <a:extLst>
              <a:ext uri="{96DAC541-7B7A-43D3-8B79-37D633B846F1}">
                <asvg:svgBlip xmlns:asvg="http://schemas.microsoft.com/office/drawing/2016/SVG/main" r:embed="Rafc57f023ec549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19300" y="9810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2C65B0-6BE1-40CD-82FF-0F92EBC8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723900"/>
            <a:ext cx="657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81191-2D7C-4F62-9449-256111A0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本章说明项目动机、目标范围和可验证成果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38357-C9D2-4302-A2F2-31F1380D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C24FA-42D4-4DBC-BCB0-A7BF0C58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F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45F63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7507fa26d45d8">
            <a:extLst>
              <a:ext uri="{96DAC541-7B7A-43D3-8B79-37D633B846F1}">
                <asvg:svgBlip xmlns:asvg="http://schemas.microsoft.com/office/drawing/2016/SVG/main" r:embed="R19fc7559363f44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2857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BAC30-34B7-4204-9A25-D87A9321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应用动机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9C11DA-7A23-4674-8CB7-B9D64539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194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把任务背景、现实约束和课程要求放在同一条叙事线上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263064-830D-4925-837B-6820A29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F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45F63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12765bf6d49fc">
            <a:extLst>
              <a:ext uri="{96DAC541-7B7A-43D3-8B79-37D633B846F1}">
                <asvg:svgBlip xmlns:asvg="http://schemas.microsoft.com/office/drawing/2016/SVG/main" r:embed="Rdd6ec58e0fbe46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4038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508840-0360-4989-AC05-1976F130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目标边界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AB2563-FB8A-4115-A1CA-E9FCF1AF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明确系统需要完成的输入、处理、输出和展示结果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FFE031-F1DF-4AAF-AC15-F191E4B3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F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45F63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b71dfbb9a4fd7">
            <a:extLst>
              <a:ext uri="{96DAC541-7B7A-43D3-8B79-37D633B846F1}">
                <asvg:svgBlip xmlns:asvg="http://schemas.microsoft.com/office/drawing/2016/SVG/main" r:embed="R9ce9b250789344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5219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DC6B53-94EB-4231-9A56-B85635C6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43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验证方式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214C89-1D32-4619-A93F-FF41E326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816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通过运行截图、结果表格、流程图和实物图说明完成情况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8EDECB-7EC1-45A6-972E-5788FFB6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362200" cy="3124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c582b0219416e">
            <a:extLst>
              <a:ext uri="{96DAC541-7B7A-43D3-8B79-37D633B846F1}">
                <asvg:svgBlip xmlns:asvg="http://schemas.microsoft.com/office/drawing/2016/SVG/main" r:embed="R184e06f325be42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72550" y="2876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522490-707E-4B8E-8828-130570B3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732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B88732"/>
                </a:solidFill>
                <a:latin typeface="方正小标宋简体"/>
                <a:ea typeface="方正小标宋简体"/>
                <a:cs typeface="方正小标宋简体"/>
              </a:rPr>
              <a:t>章节示例图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3c49118594834"/>
          <a:stretch xmlns:a="http://schemas.openxmlformats.org/drawingml/2006/main"/>
        </p:blipFill>
        <p:spPr>
          <a:xfrm xmlns:a="http://schemas.openxmlformats.org/drawingml/2006/main">
            <a:off x="8896350" y="3797300"/>
            <a:ext cx="2209800" cy="14732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4FB845-331B-43D3-A54F-C80B2F85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AA843E-E3FD-4845-9C1F-178BA6E8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rPr>
              <a:t>Shen-PPT Style Sample · 商务路演风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A4FB48-299B-4AA9-9C51-43D69D36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70266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5AD847-713D-41A0-8AAE-2EBFD791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C1442-9B48-4D91-B1BD-F050A148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E53D9-B97B-467C-8409-1184625C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912BC-321B-44FD-9A54-480CFE3C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927F4-EDFC-43C8-BA07-AFE13160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A7167-126B-4FED-9E0E-C615643F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DBC4C-7BE8-48C7-8B87-9C857BD2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3EE26-4959-4FBE-AFBC-576AAB94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887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FBB58-4F62-49F0-A7B5-88AB0DB6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6F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8F6F1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A7A02-617F-4037-8977-F5CEC6A5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6F1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F8F6F1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34F62-A2E8-43CD-9AED-77D11C0F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6A965-E8A8-40D5-A705-B4584EF4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BE9EC-187A-43D4-9836-F81C91A2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610D9-8A76-49F9-841D-26366488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8F75B-663F-4DEF-A57C-C54946FD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F688D-BE95-4E0A-932E-98471BBA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655AF-EF6C-4F2B-80FC-7422B842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02 系统方案与技术路线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DE519-0624-459C-A580-A9722314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系统方案与技术路线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EEC86-104F-4C77-AA0A-6FB88392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C267C-90FC-4C8F-B506-8A3269C1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555DF-E63B-4B73-A065-B401D6E7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6B6258"/>
                </a:solidFill>
                <a:latin typeface="Times New Roman"/>
                <a:ea typeface="Times New Roman"/>
                <a:cs typeface="Times New Roman"/>
              </a:rPr>
              <a:t>Shen-PPT Style Sample · 商务路演风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D9C84-0DEE-4029-9D51-14D9BED1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B88732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55B1C-A37B-451C-A77A-0907FE79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E9DE"/>
          </a:solidFill>
          <a:ln xmlns:a="http://schemas.openxmlformats.org/drawingml/2006/main" w="10478">
            <a:solidFill>
              <a:srgbClr val="D4C8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1F331-2C63-4508-A7F2-01AE77E4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01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5F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45F63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56e2d702844a6">
            <a:extLst>
              <a:ext uri="{96DAC541-7B7A-43D3-8B79-37D633B846F1}">
                <asvg:svgBlip xmlns:asvg="http://schemas.microsoft.com/office/drawing/2016/SVG/main" r:embed="R93fd3ad36f2149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1428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8193A1-7224-4D27-A070-92887DDD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DE340A-1CA1-492A-BAE0-FF8CF7CA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477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C1DF4F-9924-4011-99ED-52D8679E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763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摄像头或数据文件进入系统，作为后续处理的标准输入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0ADB54-D1F6-4AC4-B717-9E88C7A3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87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ADE771-622D-4D5B-948A-0590F041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E9DE"/>
          </a:solidFill>
          <a:ln xmlns:a="http://schemas.openxmlformats.org/drawingml/2006/main" w="10478">
            <a:solidFill>
              <a:srgbClr val="D4C8B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ABAC9D-E88A-481F-AAEF-E8B17F95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5F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45F63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c00b547af4f40">
            <a:extLst>
              <a:ext uri="{96DAC541-7B7A-43D3-8B79-37D633B846F1}">
                <asvg:svgBlip xmlns:asvg="http://schemas.microsoft.com/office/drawing/2016/SVG/main" r:embed="R3c531567e77b46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2647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E02B6B-7FE5-45F9-9B56-B726B212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908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目标检测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4C6B2A-F4EB-44B0-8C57-A0432254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669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D15A41-CA2F-4E10-8273-21EF2DA7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算法输出目标位置、置信度和状态判断依据，用于后续控制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20EF97-BC30-4B39-910B-E30D08A8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575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87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2F9E9D-8482-4074-850C-0041003A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E9DE"/>
          </a:solidFill>
          <a:ln xmlns:a="http://schemas.openxmlformats.org/drawingml/2006/main" w="10478">
            <a:solidFill>
              <a:srgbClr val="D4C8B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C39BC5-74B4-4BDF-8BF4-A66B2D25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5F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45F63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7f486e59c4e96">
            <a:extLst>
              <a:ext uri="{96DAC541-7B7A-43D3-8B79-37D633B846F1}">
                <asvg:svgBlip xmlns:asvg="http://schemas.microsoft.com/office/drawing/2016/SVG/main" r:embed="R99a9f90e58b54e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3867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40DFCB-80B0-4A41-B881-CFC89035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F2522"/>
                </a:solidFill>
                <a:latin typeface="微软雅黑"/>
                <a:ea typeface="微软雅黑"/>
                <a:cs typeface="微软雅黑"/>
              </a:rPr>
              <a:t>结果验证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F9494D-F4D4-4E8A-82E5-052D706C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861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C2029F-043A-4CDD-9A3F-079FE69D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截图、表格与趋势图共同说明模块是否按预期工作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3EF127-1B99-4B60-8B9F-0821304F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90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E9DE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430702-941D-4C87-8ED3-49FB643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873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88732"/>
                </a:solidFill>
                <a:latin typeface="微软雅黑"/>
                <a:ea typeface="微软雅黑"/>
                <a:cs typeface="微软雅黑"/>
              </a:rPr>
              <a:t>样板标准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22A381-880B-47D7-83E1-1655A466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29200"/>
            <a:ext cx="3981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正文页展示实现顺序、证据位置和结果判断；同一批次元素保持统一颜色和统一图标逻辑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842A0B-9F45-44BB-A8B4-735DBC03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04900"/>
            <a:ext cx="4724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11430">
            <a:solidFill>
              <a:srgbClr val="B88732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761930d0a497d">
            <a:extLst>
              <a:ext uri="{96DAC541-7B7A-43D3-8B79-37D633B846F1}">
                <asvg:svgBlip xmlns:asvg="http://schemas.microsoft.com/office/drawing/2016/SVG/main" r:embed="Rc4a76a4672c34f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12001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78FF1C-4EE2-4B23-B477-BE96F1D3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52525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732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350" b="1">
                <a:solidFill>
                  <a:srgbClr val="B88732"/>
                </a:solidFill>
                <a:latin typeface="方正小标宋简体"/>
                <a:ea typeface="方正小标宋简体"/>
                <a:cs typeface="方正小标宋简体"/>
              </a:rPr>
              <a:t>核心证据图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4c01f32ee4d61"/>
          <a:stretch xmlns:a="http://schemas.openxmlformats.org/drawingml/2006/main"/>
        </p:blipFill>
        <p:spPr>
          <a:xfrm xmlns:a="http://schemas.openxmlformats.org/drawingml/2006/main">
            <a:off x="7613650" y="1562100"/>
            <a:ext cx="3098800" cy="23241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E7E33E-7822-44D4-A235-5983E97E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29100"/>
            <a:ext cx="47244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1E9DE"/>
          </a:solidFill>
          <a:ln xmlns:a="http://schemas.openxmlformats.org/drawingml/2006/main" w="9525">
            <a:solidFill>
              <a:srgbClr val="D4C8B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F46DF7-B5B2-4C9E-8A8B-9FDD05A6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873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88732"/>
                </a:solidFill>
                <a:latin typeface="微软雅黑"/>
                <a:ea typeface="微软雅黑"/>
                <a:cs typeface="微软雅黑"/>
              </a:rPr>
              <a:t>结果趋势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CFA873-D934-47FF-9D3C-215B07CD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457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F377A9-0C6D-4283-BED5-27BB9B0F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采集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339D90-2C16-4A22-92C6-26AF2556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457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E0A8D8-4789-417B-AA7D-38F957B4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检测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4F058B-2965-449B-88FE-B07A6922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24450"/>
            <a:ext cx="45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B07FD9-045D-4960-A392-2533A7C0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控制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2D8E25-8F14-4F26-9FC9-DDDE6552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76800"/>
            <a:ext cx="457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F0127E-64EB-4A13-8B56-419530D3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6B6258"/>
                </a:solidFill>
                <a:latin typeface="方正小标宋简体"/>
                <a:ea typeface="方正小标宋简体"/>
                <a:cs typeface="方正小标宋简体"/>
              </a:rPr>
              <a:t>验证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8030B75-8B2E-4AAD-97DB-8E1BF753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29300"/>
            <a:ext cx="407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1250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2026-06-06T14:47:11.0890000Z</dcterms:created>
  <dcterms:modified xsi:type="dcterms:W3CDTF">2026-06-06T14:47:11.0890000Z</dcterms:modified>
</coreProperties>
</file>