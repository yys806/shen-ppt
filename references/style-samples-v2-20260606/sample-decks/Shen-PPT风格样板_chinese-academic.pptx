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eadd3176cd4dff" /><Relationship Type="http://schemas.openxmlformats.org/officeDocument/2006/relationships/extended-properties" Target="/docProps/app.xml" Id="Rccd1d8d5993745ae" /><Relationship Type="http://schemas.openxmlformats.org/officeDocument/2006/relationships/officeDocument" Target="/ppt/presentation.xml" Id="Rb2b7ee9c822e46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6539975f7e4594"/>
  </p:sldMasterIdLst>
  <p:notesMasterIdLst>
    <p:notesMasterId xmlns:r="http://schemas.openxmlformats.org/officeDocument/2006/relationships" r:id="Ra7efd8f4eb454d10"/>
  </p:notesMasterIdLst>
  <p:sldIdLst>
    <p:sldId xmlns:r="http://schemas.openxmlformats.org/officeDocument/2006/relationships" id="256" r:id="R91ddca3363dc4786"/>
    <p:sldId xmlns:r="http://schemas.openxmlformats.org/officeDocument/2006/relationships" id="257" r:id="Rd7aefb87658e4200"/>
    <p:sldId xmlns:r="http://schemas.openxmlformats.org/officeDocument/2006/relationships" id="258" r:id="R3ed6c1e735c44977"/>
    <p:sldId xmlns:r="http://schemas.openxmlformats.org/officeDocument/2006/relationships" id="259" r:id="R5ca8713133e646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f8760dff7e475f" /><Relationship Type="http://schemas.openxmlformats.org/officeDocument/2006/relationships/slideMaster" Target="/ppt/slideMasters/slideMaster1.xml" Id="R806539975f7e4594" /><Relationship Type="http://schemas.openxmlformats.org/officeDocument/2006/relationships/notesMaster" Target="/ppt/notesMasters/notesMaster1.xml" Id="Ra7efd8f4eb454d10" /><Relationship Type="http://schemas.openxmlformats.org/officeDocument/2006/relationships/presProps" Target="/ppt/presProps.xml" Id="R172a0d6ae016457e" /><Relationship Type="http://schemas.openxmlformats.org/officeDocument/2006/relationships/viewProps" Target="/ppt/viewProps.xml" Id="R24d02f3cc1bf46f6" /><Relationship Type="http://schemas.openxmlformats.org/officeDocument/2006/relationships/tableStyles" Target="/ppt/tableStyles.xml" Id="R085758fc4a0c4e22" /><Relationship Type="http://schemas.openxmlformats.org/officeDocument/2006/relationships/slide" Target="/ppt/slides/slide1.xml" Id="R91ddca3363dc4786" /><Relationship Type="http://schemas.openxmlformats.org/officeDocument/2006/relationships/slide" Target="/ppt/slides/slide2.xml" Id="Rd7aefb87658e4200" /><Relationship Type="http://schemas.openxmlformats.org/officeDocument/2006/relationships/slide" Target="/ppt/slides/slide3.xml" Id="R3ed6c1e735c44977" /><Relationship Type="http://schemas.openxmlformats.org/officeDocument/2006/relationships/slide" Target="/ppt/slides/slide4.xml" Id="R5ca8713133e646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3c15b21d346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301606419540c1" /><Relationship Type="http://schemas.openxmlformats.org/officeDocument/2006/relationships/notesMaster" Target="/ppt/notesMasters/notesMaster1.xml" Id="R77f7a2a86dd64f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8687b45314095" /><Relationship Type="http://schemas.openxmlformats.org/officeDocument/2006/relationships/notesMaster" Target="/ppt/notesMasters/notesMaster1.xml" Id="R71591a52276144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48408cefdc4582" /><Relationship Type="http://schemas.openxmlformats.org/officeDocument/2006/relationships/notesMaster" Target="/ppt/notesMasters/notesMaster1.xml" Id="R9d659b4eaf964a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9af456140468a" /><Relationship Type="http://schemas.openxmlformats.org/officeDocument/2006/relationships/notesMaster" Target="/ppt/notesMasters/notesMaster1.xml" Id="R19f3210261c949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702c0ddb04e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0f18009b3049d4" /><Relationship Type="http://schemas.openxmlformats.org/officeDocument/2006/relationships/slideLayout" Target="/ppt/slideLayouts/slideLayout1.xml" Id="R92378c3306404d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378c3306404d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231be35864eed" /><Relationship Type="http://schemas.openxmlformats.org/officeDocument/2006/relationships/image" Target="/ppt/media/image.png" Id="R095430a59a6f4845" /><Relationship Type="http://schemas.openxmlformats.org/officeDocument/2006/relationships/image" Target="/ppt/media/image.svg" Id="R83edc4f9d5ea46e3" /><Relationship Type="http://schemas.openxmlformats.org/officeDocument/2006/relationships/image" Target="/ppt/media/image2.png" Id="R57a4b03fda3d43fa" /><Relationship Type="http://schemas.openxmlformats.org/officeDocument/2006/relationships/image" Target="/ppt/media/image2.svg" Id="R82608cbc36744259" /><Relationship Type="http://schemas.openxmlformats.org/officeDocument/2006/relationships/image" Target="/ppt/media/image3.png" Id="Rbcb594bd91d542a2" /><Relationship Type="http://schemas.openxmlformats.org/officeDocument/2006/relationships/image" Target="/ppt/media/image3.svg" Id="Rb904ddeec05b4f2c" /><Relationship Type="http://schemas.openxmlformats.org/officeDocument/2006/relationships/image" Target="/ppt/media/image.jpeg" Id="R680457130ec34803" /><Relationship Type="http://schemas.openxmlformats.org/officeDocument/2006/relationships/notesSlide" Target="/ppt/notesSlides/notesSlide1.xml" Id="R6f42c9f1f2bc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6296ea2944adf" /><Relationship Type="http://schemas.openxmlformats.org/officeDocument/2006/relationships/image" Target="/ppt/media/image4.png" Id="R192435ef0a874a22" /><Relationship Type="http://schemas.openxmlformats.org/officeDocument/2006/relationships/image" Target="/ppt/media/image4.svg" Id="R28952ee4b021460c" /><Relationship Type="http://schemas.openxmlformats.org/officeDocument/2006/relationships/image" Target="/ppt/media/image2.jpeg" Id="R3f40897235ef4207" /><Relationship Type="http://schemas.openxmlformats.org/officeDocument/2006/relationships/notesSlide" Target="/ppt/notesSlides/notesSlide2.xml" Id="R0070df8521334e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1f72b0d4c4ca9" /><Relationship Type="http://schemas.openxmlformats.org/officeDocument/2006/relationships/image" Target="/ppt/media/image5.png" Id="R44182dbfb95844d3" /><Relationship Type="http://schemas.openxmlformats.org/officeDocument/2006/relationships/image" Target="/ppt/media/image5.svg" Id="Rb345d14ed4de4945" /><Relationship Type="http://schemas.openxmlformats.org/officeDocument/2006/relationships/image" Target="/ppt/media/image6.png" Id="Rcf390eacc65441b0" /><Relationship Type="http://schemas.openxmlformats.org/officeDocument/2006/relationships/image" Target="/ppt/media/image6.svg" Id="R59938d6860bc445c" /><Relationship Type="http://schemas.openxmlformats.org/officeDocument/2006/relationships/image" Target="/ppt/media/image7.png" Id="R06960f3b27af411c" /><Relationship Type="http://schemas.openxmlformats.org/officeDocument/2006/relationships/image" Target="/ppt/media/image7.svg" Id="R8988f2bcda5d4e2c" /><Relationship Type="http://schemas.openxmlformats.org/officeDocument/2006/relationships/image" Target="/ppt/media/image8.png" Id="Re766a75af8504b63" /><Relationship Type="http://schemas.openxmlformats.org/officeDocument/2006/relationships/image" Target="/ppt/media/image8.svg" Id="Rda60b52c8eb64e7b" /><Relationship Type="http://schemas.openxmlformats.org/officeDocument/2006/relationships/image" Target="/ppt/media/image9.png" Id="R0b9f0a08102f4a51" /><Relationship Type="http://schemas.openxmlformats.org/officeDocument/2006/relationships/image" Target="/ppt/media/image9.svg" Id="R00c125b7fe874f37" /><Relationship Type="http://schemas.openxmlformats.org/officeDocument/2006/relationships/image" Target="/ppt/media/image3.jpeg" Id="Rc1dea95eb95b4eaf" /><Relationship Type="http://schemas.openxmlformats.org/officeDocument/2006/relationships/notesSlide" Target="/ppt/notesSlides/notesSlide3.xml" Id="R8285ce4abdc5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526c2a22d43f8" /><Relationship Type="http://schemas.openxmlformats.org/officeDocument/2006/relationships/image" Target="/ppt/media/image10.png" Id="Rdd2f93664b3d437c" /><Relationship Type="http://schemas.openxmlformats.org/officeDocument/2006/relationships/image" Target="/ppt/media/image10.svg" Id="R94152849608b4b6a" /><Relationship Type="http://schemas.openxmlformats.org/officeDocument/2006/relationships/image" Target="/ppt/media/image11.png" Id="Rffdd6c5fb20944f7" /><Relationship Type="http://schemas.openxmlformats.org/officeDocument/2006/relationships/image" Target="/ppt/media/image11.svg" Id="R3204a1c7ff034c9e" /><Relationship Type="http://schemas.openxmlformats.org/officeDocument/2006/relationships/image" Target="/ppt/media/image12.png" Id="R01b079a8ea854b9d" /><Relationship Type="http://schemas.openxmlformats.org/officeDocument/2006/relationships/image" Target="/ppt/media/image12.svg" Id="R52e59f4c5ac54fab" /><Relationship Type="http://schemas.openxmlformats.org/officeDocument/2006/relationships/image" Target="/ppt/media/image13.png" Id="Rccf5ebfe546e458f" /><Relationship Type="http://schemas.openxmlformats.org/officeDocument/2006/relationships/image" Target="/ppt/media/image13.svg" Id="Rd842497234a54846" /><Relationship Type="http://schemas.openxmlformats.org/officeDocument/2006/relationships/image" Target="/ppt/media/image4.jpeg" Id="R860860a37168495b" /><Relationship Type="http://schemas.openxmlformats.org/officeDocument/2006/relationships/notesSlide" Target="/ppt/notesSlides/notesSlide4.xml" Id="R8f508969351046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B11C2-7D9B-41E9-A181-AD6E5F3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8194-0A0E-4DA9-AC7C-2B131C4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B497C-C04D-4CFE-AABA-4C6F74A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22CFF-38C9-4A8F-88D1-3CBF5078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079AF-8D30-4028-BE40-FE83CAF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8532B-9F1D-4D47-9AD1-FEF632CF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B0387-3BE4-4C7B-9636-A3D2A483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6E400-53E0-4D03-A2EE-61F42AD5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36582-B844-4E56-8A00-9FCBEC2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4640B-270F-4C57-8E07-6C6B400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ED1E2-4FCD-496D-BFC5-E3792F9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E2F2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9E2F28"/>
                </a:solidFill>
                <a:latin typeface="微软雅黑"/>
                <a:ea typeface="微软雅黑"/>
                <a:cs typeface="微软雅黑"/>
              </a:rPr>
              <a:t>国风学术风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98055-C5DF-4C68-AA84-2C01FC42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71B01-8A17-413F-9F83-9D648872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21516-B125-4654-AD78-A0DEA20F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CC2E6-BEB8-4577-81D6-FC3659E3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EB49F-481B-4CBA-BE16-EB1CB1F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46B59-5A74-41A8-9CD1-83A2BE3D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430a59a6f4845">
            <a:extLst>
              <a:ext uri="{96DAC541-7B7A-43D3-8B79-37D633B846F1}">
                <asvg:svgBlip xmlns:asvg="http://schemas.microsoft.com/office/drawing/2016/SVG/main" r:embed="R83edc4f9d5ea46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A3E52-1DA7-4F75-ABB5-20572083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05DC1-A86C-45DD-982C-6CC91E7B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B2776-4129-43A8-8456-D67DF119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4b03fda3d43fa">
            <a:extLst>
              <a:ext uri="{96DAC541-7B7A-43D3-8B79-37D633B846F1}">
                <asvg:svgBlip xmlns:asvg="http://schemas.microsoft.com/office/drawing/2016/SVG/main" r:embed="R82608cbc367442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9A0C6-2F21-4906-8888-344048D8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FEF6A-F8B9-4B81-AE64-4F002894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854D3-098F-499D-B8FB-E9EB5AC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594bd91d542a2">
            <a:extLst>
              <a:ext uri="{96DAC541-7B7A-43D3-8B79-37D633B846F1}">
                <asvg:svgBlip xmlns:asvg="http://schemas.microsoft.com/office/drawing/2016/SVG/main" r:embed="Rb904ddeec05b4f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78828-328C-48B3-9D28-74451C9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31E7E1-3270-4874-A517-76DAC4D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457130ec34803"/>
          <a:stretch xmlns:a="http://schemas.openxmlformats.org/drawingml/2006/main"/>
        </p:blipFill>
        <p:spPr>
          <a:xfrm xmlns:a="http://schemas.openxmlformats.org/drawingml/2006/main">
            <a:off x="6191250" y="812006"/>
            <a:ext cx="5429250" cy="4071938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8F158D-1931-45B1-B07C-A52AE410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CHINESE ACADEMIC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D1E10-29E2-4E73-B6EC-D6B5A88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243901-33AA-4DA0-9617-0FCA407C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DFFBE-0C67-4A9D-A46F-DF68F465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Shen-PPT Style Sample · 国风学术风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3A5848-C913-4B18-A2D8-1562554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45653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0738A-59EA-46A5-BFC2-6C796477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BF046-8DBC-425D-94A7-27B276C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E30DE-FE0D-4FA0-914E-D3741AB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22486-E4C4-4320-B45F-C6EC27F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D0C5-C414-40B6-A0B7-7D3C697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CC38C-BBFA-4770-B7B4-74A7C75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32C22-80BA-42F6-870F-26D0CD0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CF753-FC67-45FF-8E2C-513CC39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AEF67-B716-4B61-B74B-A88953A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9A5D0-7B99-4D1B-90A8-D357A40A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E320C-C239-4518-9FD0-10FC173D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130F2-5AC2-40EB-A3D9-B9FFD26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0095A-6B15-4C56-9771-4153AF25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9EA79-5F9C-49AD-9B53-2D563642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F27B2-9CAF-4FDC-AD73-69D841FD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D5C7E-8E74-4A51-86BE-FED9843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369E2-B1B6-4604-B6AC-D98E496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36DEB-4581-4F94-AEB0-8B2D6242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A7DC0-38DB-4D3C-9409-C29CF32A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91714-1052-4799-AC3B-6BB49E4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B0913-7C49-4729-849B-45A7B9E3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A97DC-A3C6-4EB1-99EC-5A21FC55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47E04-8499-40AB-A0C4-CC0279A2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F0AB4-3B89-4817-8FAF-BD0A20B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E9C898-A240-4E48-B0FA-CFBA35E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952B0-E646-487B-BF38-0B8D17F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3F77D-A2BC-4E16-8052-5980440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267E6-DDD1-4D52-891E-08B889FE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00187-AB23-47EB-835A-150161EE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F4EA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435ef0a874a22">
            <a:extLst>
              <a:ext uri="{96DAC541-7B7A-43D3-8B79-37D633B846F1}">
                <asvg:svgBlip xmlns:asvg="http://schemas.microsoft.com/office/drawing/2016/SVG/main" r:embed="R28952ee4b02146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4A8DC-5A39-4E3B-91B2-5B8E9E72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2F2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9E2F28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897235ef4207"/>
          <a:stretch xmlns:a="http://schemas.openxmlformats.org/drawingml/2006/main"/>
        </p:blipFill>
        <p:spPr>
          <a:xfrm xmlns:a="http://schemas.openxmlformats.org/drawingml/2006/main">
            <a:off x="10267950" y="3460750"/>
            <a:ext cx="1162050" cy="7747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E64A9-A409-43DB-92A3-9D2CFFE7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F97E7-5F49-47A1-8BA7-06DF297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Shen-PPT Style Sample · 国风学术风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B5F521-37C7-4993-A188-E74AB5A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76005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5D21A-D0ED-44F4-9D65-7F6C8CE5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8B7CD-90CF-45F5-83B9-6CB091DE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083B9-632A-4575-A335-669F5AAF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3B408-7A99-4C2F-A6C3-077E5E7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265D1-0604-4A33-99E3-F1A274E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A4218-C255-4FB3-ADAE-0EC88338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E49F6-2AC6-408F-807D-B90925B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CC45C-2548-42AE-8947-E568240C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61D62-D0A1-461F-939F-C0A84F71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D07F4-416A-4FD9-8553-773BA27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6725E-0FF5-4371-AFD2-9E3ED15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CC15C-AAE9-4C27-89B2-6F18569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AE2C3-1382-49DD-956E-26C3E00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615BD-8B9A-4052-AC4F-D37B74D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4E0F5-141C-41E3-ABA4-C2D6DC16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CD13F-6AC2-41B3-A67C-41F9337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F5EAC-F777-44BF-B58D-83C8BC00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B05C5-FBAA-4890-8086-59B4370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6895C-6EAB-4469-8217-1442340C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D208D-27BB-48D4-9EF5-F778684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EDDB2-4C24-4AC3-9CF9-539F99C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E7E83-F0FD-42BC-B9E2-53D05356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BFE23-DC6F-4280-8918-BE6D5A48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82dbfb95844d3">
            <a:extLst>
              <a:ext uri="{96DAC541-7B7A-43D3-8B79-37D633B846F1}">
                <asvg:svgBlip xmlns:asvg="http://schemas.microsoft.com/office/drawing/2016/SVG/main" r:embed="Rb345d14ed4de49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E6A5E-5AED-424E-8979-3B79D89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71538-7258-4B1B-9D57-CEC547F5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D42FF-5D84-439C-B68A-E3AF094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C71FB-A7C4-4E56-9A2B-03CDEC60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90eacc65441b0">
            <a:extLst>
              <a:ext uri="{96DAC541-7B7A-43D3-8B79-37D633B846F1}">
                <asvg:svgBlip xmlns:asvg="http://schemas.microsoft.com/office/drawing/2016/SVG/main" r:embed="R59938d6860bc44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0E187-D834-469F-9AD0-67F5DDE5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5F86CA-6FD2-4C29-82BB-83883E7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E69E8-6AB1-479A-89D4-AAC3C258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60f3b27af411c">
            <a:extLst>
              <a:ext uri="{96DAC541-7B7A-43D3-8B79-37D633B846F1}">
                <asvg:svgBlip xmlns:asvg="http://schemas.microsoft.com/office/drawing/2016/SVG/main" r:embed="R8988f2bcda5d4e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A1020-6788-4C58-B3F1-CC677CC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20F1C3-C15F-4856-8C3C-27726D6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671DE6-DE30-43E2-9B79-AD1BB50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6a75af8504b63">
            <a:extLst>
              <a:ext uri="{96DAC541-7B7A-43D3-8B79-37D633B846F1}">
                <asvg:svgBlip xmlns:asvg="http://schemas.microsoft.com/office/drawing/2016/SVG/main" r:embed="Rda60b52c8eb64e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BAA4B8-34FE-416F-B288-8755100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A9D120-55D4-4352-B0D5-417907A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857413-0FF8-42D7-833F-B8758FD7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BF4EA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f0a08102f4a51">
            <a:extLst>
              <a:ext uri="{96DAC541-7B7A-43D3-8B79-37D633B846F1}">
                <asvg:svgBlip xmlns:asvg="http://schemas.microsoft.com/office/drawing/2016/SVG/main" r:embed="R00c125b7fe874f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45F528-7044-464A-802F-47DCC85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2F2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9E2F28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ea95eb95b4eaf"/>
          <a:stretch xmlns:a="http://schemas.openxmlformats.org/drawingml/2006/main"/>
        </p:blipFill>
        <p:spPr>
          <a:xfrm xmlns:a="http://schemas.openxmlformats.org/drawingml/2006/main">
            <a:off x="8896350" y="3797300"/>
            <a:ext cx="2209800" cy="14732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4EFF6D-12F0-47E4-A5EA-87BA35C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222CC5-1160-435D-A44E-ED6B7412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Shen-PPT Style Sample · 国风学术风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B2AA64-0DC8-48EF-9767-434402B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71620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43C7D-605E-44DA-8537-2AEF835D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CCAFC-896D-4D87-97A9-AF94757A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FC7AC-658E-4A46-B3F5-05A313F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38260-D1D6-4D86-99EE-94C09C8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11133-9BF3-41E9-9D9A-B919041D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1F6C7-B17E-4240-950F-D58DC3A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3F873-4AC3-4800-8FE1-3F96AE2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5E079-D51E-47C7-9A85-AA01D0FC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8315D-7DA7-43B4-A48C-F3599A3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43F09-4877-4362-A604-11807172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85F4A-497A-4F7D-8027-CECD955C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F36E1-1946-4DBC-AAAC-C03CE6A3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5DD01-0360-4912-AD76-D4E6E844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C4E32-0B53-4F01-9E17-13FB75E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D7DC8-0ED5-45D6-B752-09542D1A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ABE16-DC38-4B5C-8BBE-74E2126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107DE-E5D4-41AB-92CB-C2DE6C8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FFAAA-B97B-467E-AE85-DA619ABF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2ECD0-1B83-4CA2-A4BB-C3A9D18B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C3A0F-78F1-4BE4-9F27-32B63A83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5802E-137C-47A8-AC40-A90BFB4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E59BD-9D89-4E6D-AA35-37F77C6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26601-C99E-41F7-8A20-4AF329DE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53CA9-846B-4305-8EF8-91FBD1D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C279F-A915-46A7-A7B8-803D1FB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A9609-B894-43F8-AACE-6F28D591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56B5D"/>
                </a:solidFill>
                <a:latin typeface="Times New Roman"/>
                <a:ea typeface="Times New Roman"/>
                <a:cs typeface="Times New Roman"/>
              </a:rPr>
              <a:t>Shen-PPT Style Sample · 国风学术风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9DC0B-AB7A-4380-9982-ADB77A1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9E2F2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D9164-19EB-4023-B151-30E0A7C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10478">
            <a:solidFill>
              <a:srgbClr val="C9B99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C6647-3B48-4751-AA40-B6B20DD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f93664b3d437c">
            <a:extLst>
              <a:ext uri="{96DAC541-7B7A-43D3-8B79-37D633B846F1}">
                <asvg:svgBlip xmlns:asvg="http://schemas.microsoft.com/office/drawing/2016/SVG/main" r:embed="R94152849608b4b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8C69F7-BF8B-4D6B-B355-7F9FF503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F6FB91-EB68-41D9-BE66-31EEE90E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B2AF25-D146-46FA-87C6-D1F459C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30A1B-59B9-44BA-9444-118BC3A5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63817-DC88-43A4-BC6A-8E23532E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10478">
            <a:solidFill>
              <a:srgbClr val="C9B99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08586-A810-494C-A64D-6C41E4D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d6c5fb20944f7">
            <a:extLst>
              <a:ext uri="{96DAC541-7B7A-43D3-8B79-37D633B846F1}">
                <asvg:svgBlip xmlns:asvg="http://schemas.microsoft.com/office/drawing/2016/SVG/main" r:embed="R3204a1c7ff034c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C0B3F3-0D49-4944-9770-06DE2A7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F811CC-D006-40B0-970C-558264D9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199A7-3C6C-407A-96E6-C4F792AE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DD4E04-C108-4A85-AB99-F6FE102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3FF8F7-E251-450C-B78D-7471144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10478">
            <a:solidFill>
              <a:srgbClr val="C9B99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F8D749-5E3E-46F8-8301-9D16D4D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F5D5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079a8ea854b9d">
            <a:extLst>
              <a:ext uri="{96DAC541-7B7A-43D3-8B79-37D633B846F1}">
                <asvg:svgBlip xmlns:asvg="http://schemas.microsoft.com/office/drawing/2016/SVG/main" r:embed="R52e59f4c5ac54f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80FB2E-7828-4DEF-B714-C5446818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A211B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4E1F9C-E72B-4759-ADC3-FA51B88D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B8719E-8E72-4844-8B7C-BFD6E497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170DB1-D040-4C84-AF35-37763049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60F4D3-7EA0-4DDA-A264-500427B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2F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9E2F28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E16DB7-C537-4119-8EC1-80D428E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E17716-FAC5-48CD-9B53-838F964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BF4EA"/>
          </a:solidFill>
          <a:ln xmlns:a="http://schemas.openxmlformats.org/drawingml/2006/main" w="11430">
            <a:solidFill>
              <a:srgbClr val="9E2F28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5ebfe546e458f">
            <a:extLst>
              <a:ext uri="{96DAC541-7B7A-43D3-8B79-37D633B846F1}">
                <asvg:svgBlip xmlns:asvg="http://schemas.microsoft.com/office/drawing/2016/SVG/main" r:embed="Rd842497234a548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94A18B-5793-42D2-9971-D7ABBD61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E2F2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9E2F28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860a37168495b"/>
          <a:stretch xmlns:a="http://schemas.openxmlformats.org/drawingml/2006/main"/>
        </p:blipFill>
        <p:spPr>
          <a:xfrm xmlns:a="http://schemas.openxmlformats.org/drawingml/2006/main">
            <a:off x="7613650" y="1562100"/>
            <a:ext cx="3098800" cy="23241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567925-7D93-4DD5-9932-06414658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FE2CF"/>
          </a:solidFill>
          <a:ln xmlns:a="http://schemas.openxmlformats.org/drawingml/2006/main" w="9525">
            <a:solidFill>
              <a:srgbClr val="C9B99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397D14-CCE4-4366-9789-107E2288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2F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9E2F28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A24194-38E1-4A9E-9286-61664902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A2D62E-5F92-41F4-9A20-F89331E3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E45249-DE1D-441E-A8D7-957FC84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54CEC7-6DB0-4D69-8E1C-DCA58CC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0AEA66-3197-4E4C-A3FC-92B1358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E0D49D-EEA7-4CE9-89D1-1EB271E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E0673A-FC67-48FA-923F-0DCB6660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F894E6-329D-4E1B-AA55-07876D9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756B5D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412929-38C4-4890-9C9B-8B030CF6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1568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2026-06-06T14:47:22.9300000Z</dcterms:created>
  <dcterms:modified xsi:type="dcterms:W3CDTF">2026-06-06T14:47:22.9300000Z</dcterms:modified>
</coreProperties>
</file>