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e20da0b63d455f" /><Relationship Type="http://schemas.openxmlformats.org/officeDocument/2006/relationships/extended-properties" Target="/docProps/app.xml" Id="R27acf86d8bd34fc9" /><Relationship Type="http://schemas.openxmlformats.org/officeDocument/2006/relationships/officeDocument" Target="/ppt/presentation.xml" Id="R8b1eba3f5f0f43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8c336e9d544ac"/>
  </p:sldMasterIdLst>
  <p:notesMasterIdLst>
    <p:notesMasterId xmlns:r="http://schemas.openxmlformats.org/officeDocument/2006/relationships" r:id="R98fcc8ba36654b29"/>
  </p:notesMasterIdLst>
  <p:sldIdLst>
    <p:sldId xmlns:r="http://schemas.openxmlformats.org/officeDocument/2006/relationships" id="256" r:id="R2866f095ef354dcb"/>
    <p:sldId xmlns:r="http://schemas.openxmlformats.org/officeDocument/2006/relationships" id="257" r:id="R27c17165d6704e04"/>
    <p:sldId xmlns:r="http://schemas.openxmlformats.org/officeDocument/2006/relationships" id="258" r:id="Rf8db57b6688e477e"/>
    <p:sldId xmlns:r="http://schemas.openxmlformats.org/officeDocument/2006/relationships" id="259" r:id="R22c6ceaea9ac42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6ee4738de54933" /><Relationship Type="http://schemas.openxmlformats.org/officeDocument/2006/relationships/slideMaster" Target="/ppt/slideMasters/slideMaster1.xml" Id="Re9e8c336e9d544ac" /><Relationship Type="http://schemas.openxmlformats.org/officeDocument/2006/relationships/notesMaster" Target="/ppt/notesMasters/notesMaster1.xml" Id="R98fcc8ba36654b29" /><Relationship Type="http://schemas.openxmlformats.org/officeDocument/2006/relationships/presProps" Target="/ppt/presProps.xml" Id="Rcee26a064b724252" /><Relationship Type="http://schemas.openxmlformats.org/officeDocument/2006/relationships/viewProps" Target="/ppt/viewProps.xml" Id="R81e59aa926ff46fc" /><Relationship Type="http://schemas.openxmlformats.org/officeDocument/2006/relationships/tableStyles" Target="/ppt/tableStyles.xml" Id="R5752b1c2930844a9" /><Relationship Type="http://schemas.openxmlformats.org/officeDocument/2006/relationships/slide" Target="/ppt/slides/slide1.xml" Id="R2866f095ef354dcb" /><Relationship Type="http://schemas.openxmlformats.org/officeDocument/2006/relationships/slide" Target="/ppt/slides/slide2.xml" Id="R27c17165d6704e04" /><Relationship Type="http://schemas.openxmlformats.org/officeDocument/2006/relationships/slide" Target="/ppt/slides/slide3.xml" Id="Rf8db57b6688e477e" /><Relationship Type="http://schemas.openxmlformats.org/officeDocument/2006/relationships/slide" Target="/ppt/slides/slide4.xml" Id="R22c6ceaea9ac42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d69ac0f95041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586977382241e1" /><Relationship Type="http://schemas.openxmlformats.org/officeDocument/2006/relationships/notesMaster" Target="/ppt/notesMasters/notesMaster1.xml" Id="Ra43081ca5bdf4f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916bddc26646de" /><Relationship Type="http://schemas.openxmlformats.org/officeDocument/2006/relationships/notesMaster" Target="/ppt/notesMasters/notesMaster1.xml" Id="R95a47935440445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87b0cee4b4233" /><Relationship Type="http://schemas.openxmlformats.org/officeDocument/2006/relationships/notesMaster" Target="/ppt/notesMasters/notesMaster1.xml" Id="Rdabbcd09ec6d41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d8eb3b33fe4cc3" /><Relationship Type="http://schemas.openxmlformats.org/officeDocument/2006/relationships/notesMaster" Target="/ppt/notesMasters/notesMaster1.xml" Id="R6731b82ab83840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8dc1f14ea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060a7c76bf4e39" /><Relationship Type="http://schemas.openxmlformats.org/officeDocument/2006/relationships/slideLayout" Target="/ppt/slideLayouts/slideLayout1.xml" Id="R4361f6217f5748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61f6217f5748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d9dc3e67b43e1" /><Relationship Type="http://schemas.openxmlformats.org/officeDocument/2006/relationships/image" Target="/ppt/media/image.png" Id="R3481ad11c5404011" /><Relationship Type="http://schemas.openxmlformats.org/officeDocument/2006/relationships/image" Target="/ppt/media/image.svg" Id="R591030fa6c744f18" /><Relationship Type="http://schemas.openxmlformats.org/officeDocument/2006/relationships/image" Target="/ppt/media/image2.png" Id="R97153372a7b346f8" /><Relationship Type="http://schemas.openxmlformats.org/officeDocument/2006/relationships/image" Target="/ppt/media/image2.svg" Id="R0675343bc8e74387" /><Relationship Type="http://schemas.openxmlformats.org/officeDocument/2006/relationships/image" Target="/ppt/media/image3.png" Id="Rd27194fa788246c8" /><Relationship Type="http://schemas.openxmlformats.org/officeDocument/2006/relationships/image" Target="/ppt/media/image3.svg" Id="R3f5e3d47f3ec4886" /><Relationship Type="http://schemas.openxmlformats.org/officeDocument/2006/relationships/image" Target="/ppt/media/image.jpeg" Id="R8e79b65705a74408" /><Relationship Type="http://schemas.openxmlformats.org/officeDocument/2006/relationships/notesSlide" Target="/ppt/notesSlides/notesSlide1.xml" Id="Rde05072c661c49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81c2135a94987" /><Relationship Type="http://schemas.openxmlformats.org/officeDocument/2006/relationships/image" Target="/ppt/media/image4.png" Id="R33afa06b7317411f" /><Relationship Type="http://schemas.openxmlformats.org/officeDocument/2006/relationships/image" Target="/ppt/media/image4.svg" Id="R2d8a811dd3924c5d" /><Relationship Type="http://schemas.openxmlformats.org/officeDocument/2006/relationships/image" Target="/ppt/media/image2.jpeg" Id="R1c07f8e552e445e9" /><Relationship Type="http://schemas.openxmlformats.org/officeDocument/2006/relationships/notesSlide" Target="/ppt/notesSlides/notesSlide2.xml" Id="Rff29218f6fd2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24efb585642ae" /><Relationship Type="http://schemas.openxmlformats.org/officeDocument/2006/relationships/image" Target="/ppt/media/image5.png" Id="R39634cd21ac54d5d" /><Relationship Type="http://schemas.openxmlformats.org/officeDocument/2006/relationships/image" Target="/ppt/media/image5.svg" Id="R47ef6338f3894a29" /><Relationship Type="http://schemas.openxmlformats.org/officeDocument/2006/relationships/image" Target="/ppt/media/image6.png" Id="R61e73d8d59a4499b" /><Relationship Type="http://schemas.openxmlformats.org/officeDocument/2006/relationships/image" Target="/ppt/media/image6.svg" Id="R27f73cab59b54bbe" /><Relationship Type="http://schemas.openxmlformats.org/officeDocument/2006/relationships/image" Target="/ppt/media/image7.png" Id="R0fac6c57a2c5418f" /><Relationship Type="http://schemas.openxmlformats.org/officeDocument/2006/relationships/image" Target="/ppt/media/image7.svg" Id="R84c7a9d2eb5a4a81" /><Relationship Type="http://schemas.openxmlformats.org/officeDocument/2006/relationships/image" Target="/ppt/media/image8.png" Id="R5131764125ec4bd2" /><Relationship Type="http://schemas.openxmlformats.org/officeDocument/2006/relationships/image" Target="/ppt/media/image8.svg" Id="Rae64b217ba204383" /><Relationship Type="http://schemas.openxmlformats.org/officeDocument/2006/relationships/image" Target="/ppt/media/image9.png" Id="R643af335e9354ccf" /><Relationship Type="http://schemas.openxmlformats.org/officeDocument/2006/relationships/image" Target="/ppt/media/image9.svg" Id="R14ccdb1fa7bd4776" /><Relationship Type="http://schemas.openxmlformats.org/officeDocument/2006/relationships/image" Target="/ppt/media/image3.jpeg" Id="R6b70434fa0164c0d" /><Relationship Type="http://schemas.openxmlformats.org/officeDocument/2006/relationships/notesSlide" Target="/ppt/notesSlides/notesSlide3.xml" Id="Rced1a55e50aa4d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eb8cc9fa1416c" /><Relationship Type="http://schemas.openxmlformats.org/officeDocument/2006/relationships/image" Target="/ppt/media/image10.png" Id="R7a2215d682694394" /><Relationship Type="http://schemas.openxmlformats.org/officeDocument/2006/relationships/image" Target="/ppt/media/image10.svg" Id="Rf282207834e345e7" /><Relationship Type="http://schemas.openxmlformats.org/officeDocument/2006/relationships/image" Target="/ppt/media/image11.png" Id="R7b01987169b34ce9" /><Relationship Type="http://schemas.openxmlformats.org/officeDocument/2006/relationships/image" Target="/ppt/media/image11.svg" Id="R82697f5854ed403f" /><Relationship Type="http://schemas.openxmlformats.org/officeDocument/2006/relationships/image" Target="/ppt/media/image12.png" Id="Rca08e82cda294978" /><Relationship Type="http://schemas.openxmlformats.org/officeDocument/2006/relationships/image" Target="/ppt/media/image12.svg" Id="R27354c4462c140f7" /><Relationship Type="http://schemas.openxmlformats.org/officeDocument/2006/relationships/image" Target="/ppt/media/image13.png" Id="R106ad3d7e8904b86" /><Relationship Type="http://schemas.openxmlformats.org/officeDocument/2006/relationships/image" Target="/ppt/media/image13.svg" Id="Re90d2f2f5fc9420c" /><Relationship Type="http://schemas.openxmlformats.org/officeDocument/2006/relationships/image" Target="/ppt/media/image4.jpeg" Id="Rfa1d5e17928640d8" /><Relationship Type="http://schemas.openxmlformats.org/officeDocument/2006/relationships/notesSlide" Target="/ppt/notesSlides/notesSlide4.xml" Id="Rf643c86817824b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DEA10D-0E3E-449A-A80B-AF13542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21BAF-1EFF-4F4E-BD9D-06F6D84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7D528-BA55-401C-A013-35832596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DC264-6679-41D9-8702-8328BE9B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CEFDB-C4B1-4778-9F0A-5D035EA8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853A2-7C8A-4C0E-8AAF-FEA37129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8D78C-847B-48FD-9FD0-E259F725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D3CC8-1528-4D4B-BA9D-4A6BC4A2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FD550-07EF-46CA-A3FF-47397DA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F772D-E73B-484C-B419-FAA3EDB2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96636-9924-4E40-A7BD-3B2C3E99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2A8DD-3EEE-4FB3-A579-C9712D7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CA2A0-3A17-432C-A343-6E639D0C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BD7B6-7C19-4568-B724-5264E259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F3EC0-D369-43DA-AB16-E0A04B6C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768A0-7678-4845-A0B6-3A17AA4C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F2022-EA9B-45C5-87DF-37864EB7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0A838-63E7-4FA6-BE3D-6C4B4B27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F777C-1BDC-49F0-B1E4-E7A5FA66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C82D5-D9F3-478D-9EF4-365B2615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369CD-7E66-4577-A78F-6A57AA88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C87AE-6190-479B-BA5A-E6CD8E0D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503F0-8FB1-4ED0-AB2B-C5B73256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97E0D-4810-4B3D-B3F5-CE023160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B6E89-DF78-4437-A659-8E81FAC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852A5-35A1-4158-B793-D5946BFA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B234E-36FF-4A7F-A4B1-407C6D5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6C2F75-93A3-466D-B6DB-7AD36660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770DA-1FA7-4EDC-BD22-9151E17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838200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F3A44-6AC4-444E-B0BE-8664F1B3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84B94D-8F8F-49F7-B99F-1CC8E6C9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E6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BE6FF"/>
                </a:solidFill>
                <a:latin typeface="微软雅黑"/>
                <a:ea typeface="微软雅黑"/>
                <a:cs typeface="微软雅黑"/>
              </a:rPr>
              <a:t>科技发布风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F913C3-2D97-430B-AD26-BC21A490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智能视觉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296FFB-AFC9-452E-AD0C-546C8094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系统课程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D650BA-2FC0-4E0F-A312-04664FD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答辩样板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68CA49-F7AC-468A-A746-1289907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65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以 V7 参考版为骨架，锁定四类页面的版面节奏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5BBDC4-8D83-4B4E-B059-D59C6E09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E1632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540A60-938E-4F1C-8A7D-EE648A6F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1ad11c5404011">
            <a:extLst>
              <a:ext uri="{96DAC541-7B7A-43D3-8B79-37D633B846F1}">
                <asvg:svgBlip xmlns:asvg="http://schemas.microsoft.com/office/drawing/2016/SVG/main" r:embed="R591030fa6c744f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E4C1D2-5AE2-4107-AD2D-876C7A4D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固定页型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4F5479-B224-4F08-8E0B-4CCB9938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E1632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C57BBA-3FE6-419E-825A-F5B90FB8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53372a7b346f8">
            <a:extLst>
              <a:ext uri="{96DAC541-7B7A-43D3-8B79-37D633B846F1}">
                <asvg:svgBlip xmlns:asvg="http://schemas.microsoft.com/office/drawing/2016/SVG/main" r:embed="R0675343bc8e743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24F83A-EFFF-4718-9A2A-46C075A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章节导航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7E54FF-370B-4D1D-A1FA-E8FA2232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E1632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478F74-1EF8-4ED1-BEE8-A47D7F2C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194fa788246c8">
            <a:extLst>
              <a:ext uri="{96DAC541-7B7A-43D3-8B79-37D633B846F1}">
                <asvg:svgBlip xmlns:asvg="http://schemas.microsoft.com/office/drawing/2016/SVG/main" r:embed="R3f5e3d47f3ec48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DF4343-49CF-419C-B570-38307903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元素可编辑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60BDFA-2215-46DA-9D22-2E83EF67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"/>
            <a:ext cx="54292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9b65705a74408"/>
          <a:stretch xmlns:a="http://schemas.openxmlformats.org/drawingml/2006/main"/>
        </p:blipFill>
        <p:spPr>
          <a:xfrm xmlns:a="http://schemas.openxmlformats.org/drawingml/2006/main">
            <a:off x="6191250" y="1038225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AB1BD0-B830-4B34-9563-E6F296B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TECH SHOWCASE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02ABEE-DF9E-4EB0-9D83-E582628B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统一主题的多风格视觉样板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654262-BEB7-490D-8E92-4F573161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422F24-75C9-4011-A505-D90ED36A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Shen-PPT Style Sample · 科技发布风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31FF75-E11B-48C0-9FCF-321BEC8D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99108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AD2C8-0A82-4F3C-B7C1-1E29AD22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329EC-2BF6-4716-AEAD-316971A9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6231D-E968-43E8-A40D-15C65A64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4C73B-FB1C-45BF-86B8-4241A279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1B955-251E-450D-8BE6-7CBA7A2F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9F67E-F8B7-4ECF-99EE-EAF89019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758CC-1CFA-471F-985B-71476B1C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BBA60-8D28-40A2-868A-C642FF0F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5CB97-836D-453A-839C-6A7CA5EA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128FE-47F3-4F21-9DAD-FAA15F48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F2412-6E4B-43E6-B1AF-4058E677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1244E-E4B8-4711-8E22-60E5CA4F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87B12-B459-46C1-8EFD-97A67C18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949B8-63E0-4BF9-BD4A-DF5B52B6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8D1D5-9D61-47FA-9495-0ABEFFA6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4791B-91C4-4E4E-A37E-7A29754D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54773-D28D-4BF0-A95D-605BF03F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8F76B-68AD-4E76-AD2C-611DF6B9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C4C7E-B893-4F01-8806-44730E45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88828-06CB-4830-8F1E-C0841708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B30FA-A981-4B11-B3F5-D45B9F99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5BA98-B067-435E-B2EF-961EBACC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3F649-C236-4FA3-8A4C-3FC9BE9B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5BD44-F688-4B82-BB1D-5A53C7C1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824B0-DADB-448F-815F-5926F0AD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05923-F36D-4143-A6C3-6DB947C8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4A6EF-12F2-4669-9D8A-EF4A870A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2806E-4280-4CDB-A9CB-F48DDF1A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2BD5E-2209-46F2-8E72-248EAF48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838200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2AF8B-3C6D-4F3C-B2B4-AB7EB84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09B6A3-0EDC-4574-8888-4EDCD23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31CB61-033F-486E-B11F-987CB7A2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"/>
            <a:ext cx="190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CD2C8A-0F57-4EFC-9941-CDAD4A4F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001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87701C-AF24-45F9-B557-AACD190B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382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1F3445-E354-46C1-92E6-205BA377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说明为什么做以及课程答辩的完成边界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A2A872-5E95-42C5-9F4C-F6003560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6A2D5B-F13D-45C2-97C7-D541F9F3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0773A8-9E9E-4206-8F0F-01A386DF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系统方案与技术路线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794A73-B93F-4AB9-8BCA-9583F574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展示模块结构、处理流程和关键选择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5D21FE-FAA7-4F37-92D4-245F3569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79E755-8B57-4BE0-A04B-7D653E39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0330DE-7240-4236-A781-97B02C16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核心实现与实验验证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257497-12FF-4C84-9B24-DD60E450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用图表、截图和流程证明实际完成情况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D7E831-F575-4184-8943-3D4EC8B5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585532-F4E9-4185-B496-DD1322E0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F64654-623E-4373-9AB8-554F034A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结果总结与后续展望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2A8D56-59FA-4AAF-AD79-03E9A098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归纳结果、限制条件和下一步优化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4913A3-2D8A-45A0-8DD6-B34E1652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0B8AF0-222C-4C35-BC62-66D9AC07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04950"/>
            <a:ext cx="1314450" cy="43053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B122D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fa06b7317411f">
            <a:extLst>
              <a:ext uri="{96DAC541-7B7A-43D3-8B79-37D633B846F1}">
                <asvg:svgBlip xmlns:asvg="http://schemas.microsoft.com/office/drawing/2016/SVG/main" r:embed="R2d8a811dd3924c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44150" y="1600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95E946-D616-4F9A-8528-1A2C67B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525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E6F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6BE6FF"/>
                </a:solidFill>
                <a:latin typeface="方正小标宋简体"/>
                <a:ea typeface="方正小标宋简体"/>
                <a:cs typeface="方正小标宋简体"/>
              </a:rPr>
              <a:t>示例图像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7f8e552e445e9"/>
          <a:stretch xmlns:a="http://schemas.openxmlformats.org/drawingml/2006/main"/>
        </p:blipFill>
        <p:spPr>
          <a:xfrm xmlns:a="http://schemas.openxmlformats.org/drawingml/2006/main">
            <a:off x="10267950" y="3460750"/>
            <a:ext cx="1162050" cy="7747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84F3B7-47EE-4ACF-99DC-31E23720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74C25B-E487-4BA9-A6B2-38C96A20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Shen-PPT Style Sample · 科技发布风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3DEE0B-825C-4750-AFE1-CCFE19AD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06325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EE4668-53EE-45FD-80F8-153BA1DE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E407B-0979-434F-A53D-E3465DAE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008EB-54ED-451B-AF7A-E27F35B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5C229-E417-4A06-95B3-6BD05329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4B26B-D15D-4F27-B2F6-59AB8F0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0A48D-753E-4E7D-A570-188A9381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5FFE4-14CF-4A96-A6B1-0E278CEA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CAD6E-0A37-4BCD-9836-641E3D75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5A33E-1CD8-4695-805B-6F02E30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6A0C2-A350-4453-9AEE-50DAF647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4554D-B247-4AD4-9C2C-8DD341E2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97F46-1017-4FE5-9930-C612BDE2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BF3E7-4CFB-4431-A9A1-C863068A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3F9BA-4BF7-4520-BDD1-8CADA477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CAAF9-F57D-4C47-98C3-22815C21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3196A-C46D-4488-A14A-CA37B8AA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A7B37-AC5C-450D-9B64-0A2C6B89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01614-C8CC-4019-99ED-5AE23514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20972-8555-4E6E-8D94-8959B86E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03AAD-1C18-4A8C-AE93-EBDA9856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1D0A3-D1DC-4323-ACCE-8F9DBA5D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70CBB-F813-465B-BC98-E094A85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71B3F-F439-42C1-BFA4-7463118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53DBF-AF03-4D5E-9F5C-4D8F9E5D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603C6-1AE9-41EF-BDBB-C6FA9132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F1717-A89A-4569-850F-F7D71116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B2096-A29F-4259-9544-D523EA1A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1D6A3-F8A8-42DC-A882-E67C63A4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10D422-0F3D-4889-B2FF-E8E79E4E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838200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EB0C38-42AD-4647-9E85-3914104D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F0D316-DBC3-42D1-93ED-B6A6857D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0B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80B1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2C7374-8385-4831-AA4D-BC654C17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0B1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080B18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E9378E-7A69-444B-AC0C-83118283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B3B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3193C-9AF0-4938-BF4E-AE479771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F69D31-4E32-4B9E-8635-42D6EAA6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1198DC-FEA0-4877-96A9-220D1125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B3B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7F225-31CB-4B1C-96D4-815CB336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265FBB-E508-4A64-BC04-2E0CB78B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AA1437-E56B-462E-9129-0C7FF389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B3B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0799A9-2CD0-495A-BAAA-1E736F74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DB70D6-3953-4508-8E98-FB6F119C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305BBB-203B-4319-838F-D8C32A36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712A31-EEB3-4834-BE41-DEB2A6FB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048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1632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34cd21ac54d5d">
            <a:extLst>
              <a:ext uri="{96DAC541-7B7A-43D3-8B79-37D633B846F1}">
                <asvg:svgBlip xmlns:asvg="http://schemas.microsoft.com/office/drawing/2016/SVG/main" r:embed="R47ef6338f3894a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19300" y="9810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C9E653-F9EF-4C05-8D0E-C1484146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23900"/>
            <a:ext cx="657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7DC9BE-6535-4EC3-9311-ED135845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本章说明项目动机、目标范围和可验证成果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9F2268-AB04-442B-BB23-61EC1901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3D9029-3827-4CCF-B250-2AD397E2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73d8d59a4499b">
            <a:extLst>
              <a:ext uri="{96DAC541-7B7A-43D3-8B79-37D633B846F1}">
                <asvg:svgBlip xmlns:asvg="http://schemas.microsoft.com/office/drawing/2016/SVG/main" r:embed="R27f73cab59b54b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2857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BC423F-6124-473C-A2AA-CD326FD5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应用动机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B07FF3-6971-414A-A763-6BF2D2EF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把任务背景、现实约束和课程要求放在同一条叙事线上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396582-7951-4B57-A39A-C91313D5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c6c57a2c5418f">
            <a:extLst>
              <a:ext uri="{96DAC541-7B7A-43D3-8B79-37D633B846F1}">
                <asvg:svgBlip xmlns:asvg="http://schemas.microsoft.com/office/drawing/2016/SVG/main" r:embed="R84c7a9d2eb5a4a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038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A57A93-D920-4751-B5B8-C95E54D3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目标边界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040165-971A-4E73-8634-1CECEABD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明确系统需要完成的输入、处理、输出和展示结果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1438C9-5B3D-4B8B-8CF0-0FAB3D37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1764125ec4bd2">
            <a:extLst>
              <a:ext uri="{96DAC541-7B7A-43D3-8B79-37D633B846F1}">
                <asvg:svgBlip xmlns:asvg="http://schemas.microsoft.com/office/drawing/2016/SVG/main" r:embed="Rae64b217ba2043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5219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1E37ED-6C4F-4D74-9547-2018045E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验证方式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9327C3-3AEE-47F1-A8F5-32887C51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通过运行截图、结果表格、流程图和实物图说明完成情况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F339A8-88DA-4030-AB06-74171CDF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362200" cy="3124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B122D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af335e9354ccf">
            <a:extLst>
              <a:ext uri="{96DAC541-7B7A-43D3-8B79-37D633B846F1}">
                <asvg:svgBlip xmlns:asvg="http://schemas.microsoft.com/office/drawing/2016/SVG/main" r:embed="R14ccdb1fa7bd47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2876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1AD0B4-AA03-4A0D-A47F-A5CD334E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E6F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6BE6FF"/>
                </a:solidFill>
                <a:latin typeface="方正小标宋简体"/>
                <a:ea typeface="方正小标宋简体"/>
                <a:cs typeface="方正小标宋简体"/>
              </a:rPr>
              <a:t>章节示例图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0434fa0164c0d"/>
          <a:stretch xmlns:a="http://schemas.openxmlformats.org/drawingml/2006/main"/>
        </p:blipFill>
        <p:spPr>
          <a:xfrm xmlns:a="http://schemas.openxmlformats.org/drawingml/2006/main">
            <a:off x="8896350" y="3705225"/>
            <a:ext cx="2209800" cy="16573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58DD3B-A3BA-4A82-AD3C-E6285782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1A91DE-C277-4EC0-B6B0-DBD65D9F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Shen-PPT Style Sample · 科技发布风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55294B-8303-4AFD-ABB8-D2114C45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04657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97013-A4A3-4378-9AA3-F2D28A7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EDF91-26E2-4421-912F-AABCF5F4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4112E-3BC4-4E5D-9354-6720B513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BB252-AD75-4D02-87E0-F91CA65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D65EE-2FCD-42E0-B5A6-3AA1E658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57C70-3027-429F-97E7-6E91C3BA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13928-61ED-44BC-80CD-85BC3F7B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A4929-66AE-45BC-8C47-F5184467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807F5-530B-43EF-94A2-36479313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41E33-B283-4EF3-AC7D-C4DE7A8E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83A04-E674-434B-B51F-E6B6B856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0C6EA-D9BE-49F5-A5EB-73C2B6F8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9344B-37E8-4FA0-A95B-1C8AC0E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4044D-4107-4932-8374-25296B40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1F95F-737F-4C08-B966-CE57CADE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5A129-D5BD-4B1D-AEA4-8E2FE8BB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98760-D170-4F1E-976A-B79B6201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D690D-543F-476F-9557-A2D89F05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543D5-630A-459D-9E29-DC821169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E9663B-5405-47F5-8D70-CADAED54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8B099-C339-4F42-94DA-A98CBC06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9FCD0-F93F-4D7C-84FB-D1B2014E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DC4B6-E371-4F4F-AAEC-4651B9C4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C5308-DB6D-415F-8CCC-B95EBC9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FE2D9-7DB5-4BEF-8D14-AD6ED30F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1804D-F4FB-4A94-B942-30C4263F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17CE56-56D7-4356-B411-D827CF48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2281A-9FCE-4D41-882F-C1BF5497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847C5-A4FA-4BD7-A3D8-2A820361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838200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7A5CB8-860A-46DA-8C52-3D72658A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B3B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4A623-F41C-40F3-BE7B-6CE8E21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04A72-0AFF-44E2-B086-38D9785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973818-E520-4A09-830A-A72A66FA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A8E095-D279-42B6-A886-F49D0E9C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0B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80B1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19A248-4500-4E2D-A8C7-3C6D2798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0B1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080B18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A30466-4D71-4872-941C-5A5B9164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B3B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AE5086-EA17-44A1-A0ED-03E517F9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66E93D-D84B-4D79-B0E2-91807887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AA1995-AD46-40C9-B233-75051F0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B3B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911A66-547B-4876-A458-C1E23AED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4E81BD-F1FF-443D-9B4A-B7A6B06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9492D5-EE25-44D3-BD06-353D11F7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02 系统方案与技术路线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05491C-045E-486D-A8FA-4FC92D2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系统方案与技术路线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F1D2A9-FEE6-4FA8-B9A1-6B0D7D5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780051-DFF1-460A-A0E1-6DF764F1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93B162-E362-4B88-A1A8-B0CA19D6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9FB7D8"/>
                </a:solidFill>
                <a:latin typeface="Times New Roman"/>
                <a:ea typeface="Times New Roman"/>
                <a:cs typeface="Times New Roman"/>
              </a:rPr>
              <a:t>Shen-PPT Style Sample · 科技发布风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69BF1C-D555-48D3-98EF-00F3DC44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6BE6F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C56AE3-98EC-4B09-9764-609FD256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632"/>
          </a:solidFill>
          <a:ln xmlns:a="http://schemas.openxmlformats.org/drawingml/2006/main" w="10478">
            <a:solidFill>
              <a:srgbClr val="2D4C8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5950F5-0428-4FD5-95FA-5ECEBD26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215d682694394">
            <a:extLst>
              <a:ext uri="{96DAC541-7B7A-43D3-8B79-37D633B846F1}">
                <asvg:svgBlip xmlns:asvg="http://schemas.microsoft.com/office/drawing/2016/SVG/main" r:embed="Rf282207834e345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1428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E5BEEA-E3BC-4EAE-A9BB-0C5B2D1E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D99B37-CC03-4983-B4CE-18FF8A3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477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8FDC58-3FAB-4D03-975C-6384DD3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763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摄像头或数据文件进入系统，作为后续处理的标准输入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05F40A-D345-4D19-AA01-899408FC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25C690-B8CC-430F-AE68-5D9B87A1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632"/>
          </a:solidFill>
          <a:ln xmlns:a="http://schemas.openxmlformats.org/drawingml/2006/main" w="10478">
            <a:solidFill>
              <a:srgbClr val="2D4C8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659980-B51C-4314-A3AF-5F02E5AD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1987169b34ce9">
            <a:extLst>
              <a:ext uri="{96DAC541-7B7A-43D3-8B79-37D633B846F1}">
                <asvg:svgBlip xmlns:asvg="http://schemas.microsoft.com/office/drawing/2016/SVG/main" r:embed="R82697f5854ed40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647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3DEE66-070B-4D9E-AA39-2947634F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目标检测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9FDD47-6C37-468A-9E9B-20D49343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669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F1F4C7-BEBF-4F7F-AED9-F04523D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算法输出目标位置、置信度和状态判断依据，用于后续控制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986BBB-5F90-4F55-8B67-723B675B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A4E7D9-8898-4472-868C-4113BD00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632"/>
          </a:solidFill>
          <a:ln xmlns:a="http://schemas.openxmlformats.org/drawingml/2006/main" w="10478">
            <a:solidFill>
              <a:srgbClr val="2D4C8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42B74C-6826-4E0B-B367-010F4B1B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8B7C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8e82cda294978">
            <a:extLst>
              <a:ext uri="{96DAC541-7B7A-43D3-8B79-37D633B846F1}">
                <asvg:svgBlip xmlns:asvg="http://schemas.microsoft.com/office/drawing/2016/SVG/main" r:embed="R27354c4462c140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3867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942631-FC4A-4C85-BA10-7B28034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结果验证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49990B-4617-4A51-B75B-2970ECCE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464D8F-9768-4888-A6E4-E8E55D0F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截图、表格与趋势图共同说明模块是否按预期工作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17413E8-2885-49E5-8C93-20809C0B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90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1632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BF02F1-D70B-4F4B-B43A-0023CB40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E6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BE6FF"/>
                </a:solidFill>
                <a:latin typeface="微软雅黑"/>
                <a:ea typeface="微软雅黑"/>
                <a:cs typeface="微软雅黑"/>
              </a:rPr>
              <a:t>样板标准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E81B40-B15C-4456-8ED3-24971AFC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3981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正文页展示实现顺序、证据位置和结果判断；同一批次元素保持统一颜色和统一图标逻辑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D629A58-65A5-48CE-8188-B92C1C7B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04900"/>
            <a:ext cx="4724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22D"/>
          </a:solidFill>
          <a:ln xmlns:a="http://schemas.openxmlformats.org/drawingml/2006/main" w="11430">
            <a:solidFill>
              <a:srgbClr val="6BE6FF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ad3d7e8904b86">
            <a:extLst>
              <a:ext uri="{96DAC541-7B7A-43D3-8B79-37D633B846F1}">
                <asvg:svgBlip xmlns:asvg="http://schemas.microsoft.com/office/drawing/2016/SVG/main" r:embed="Re90d2f2f5fc942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120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98BA76-B20B-4C24-B520-CBAEEB04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E6FF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350" b="1">
                <a:solidFill>
                  <a:srgbClr val="6BE6FF"/>
                </a:solidFill>
                <a:latin typeface="方正小标宋简体"/>
                <a:ea typeface="方正小标宋简体"/>
                <a:cs typeface="方正小标宋简体"/>
              </a:rPr>
              <a:t>核心证据图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d5e17928640d8"/>
          <a:stretch xmlns:a="http://schemas.openxmlformats.org/drawingml/2006/main"/>
        </p:blipFill>
        <p:spPr>
          <a:xfrm xmlns:a="http://schemas.openxmlformats.org/drawingml/2006/main">
            <a:off x="7419975" y="1562100"/>
            <a:ext cx="3486150" cy="2324100"/>
          </a:xfrm>
          <a:prstGeom xmlns:a="http://schemas.openxmlformats.org/drawingml/2006/main" prst="rect">
            <a:avLst/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79747F-C831-4B90-8230-71DCE2DD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47244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E1632"/>
          </a:solidFill>
          <a:ln xmlns:a="http://schemas.openxmlformats.org/drawingml/2006/main" w="9525">
            <a:solidFill>
              <a:srgbClr val="2D4C8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DD24AFF-0CDD-43A1-A378-78E85AF9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E6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BE6FF"/>
                </a:solidFill>
                <a:latin typeface="微软雅黑"/>
                <a:ea typeface="微软雅黑"/>
                <a:cs typeface="微软雅黑"/>
              </a:rPr>
              <a:t>结果趋势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28F25B-A164-4EF9-8CC2-795E1F5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57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6EF6363-6995-4C5E-B1DD-82362CF3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采集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07EDDFB-BC1A-41C4-92A1-F7C81824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457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B69C77-B091-4C96-BFDA-F23015C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检测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EE0B953-15B1-4679-A82C-F617E26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24450"/>
            <a:ext cx="45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904C614-2E98-4CF9-A983-F660C24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控制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96D3CE0-E94D-4C82-B0FE-95EF5295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76800"/>
            <a:ext cx="457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30A6749-3663-4C81-9401-F11DC9FE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9FB7D8"/>
                </a:solidFill>
                <a:latin typeface="方正小标宋简体"/>
                <a:ea typeface="方正小标宋简体"/>
                <a:cs typeface="方正小标宋简体"/>
              </a:rPr>
              <a:t>验证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6A9C7B1-FCBD-48E8-B984-8D29964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2930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658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2026-06-06T14:46:47.2750000Z</dcterms:created>
  <dcterms:modified xsi:type="dcterms:W3CDTF">2026-06-06T14:46:47.2750000Z</dcterms:modified>
</coreProperties>
</file>