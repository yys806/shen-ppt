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310" r:id="rId2"/>
    <p:sldId id="2313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6" autoAdjust="0"/>
    <p:restoredTop sz="94660"/>
  </p:normalViewPr>
  <p:slideViewPr>
    <p:cSldViewPr snapToGrid="0">
      <p:cViewPr varScale="1">
        <p:scale>
          <a:sx n="88" d="100"/>
          <a:sy n="88" d="100"/>
        </p:scale>
        <p:origin x="21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105FB-410E-4307-892C-0350527BAA6B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DD45AB-17A5-4977-9AAA-518CABCC2A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5162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E18C53-BEA4-482D-966D-8A9BB0E01B4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50822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E18C53-BEA4-482D-966D-8A9BB0E01B4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9170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F85E34-386E-C724-DACA-3F2633B08B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F6EAAD8-CF79-6497-C1ED-9BBE974AF2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924E06-16CD-F0E0-757E-D2BA7328A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3D24-B568-453D-AADD-AF3E9B22D23B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D0D29F-EE1A-C4CD-B01C-909869D86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305EF8-B18E-DD20-5C67-294F1597A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51D5D-FD67-4057-84F4-F0695745EC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424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647A3D-BAFF-77EE-FE4B-6A6BA60D8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12E1AF-7C15-DFC4-E832-89DC2EFB9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64C525-EDD4-439D-55CE-DE9EE0BB1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3D24-B568-453D-AADD-AF3E9B22D23B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72183E-66CE-D306-8DC6-E01FB31C9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365A5F-A52C-28A1-DA2D-4ECF48E62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51D5D-FD67-4057-84F4-F0695745EC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4786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DC8431-141F-BB8A-3D53-CD2F1CC03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BAD639-A825-3B7F-A497-3E5CF4631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5C807B-9D49-59D0-A173-9A531DBA9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3D24-B568-453D-AADD-AF3E9B22D23B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195969-773A-60B3-83A8-90034A8FF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56286C-78E9-A8B3-8641-F2F9FF9BA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51D5D-FD67-4057-84F4-F0695745EC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3141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966C16-AEAE-D3E7-39D7-5741433E0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85F5E8-40DB-C25B-3181-F3BBE9CF3B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3AD3210-4337-F12D-5D9B-7361CE6B55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AE5F2CB-2960-AE7F-D89C-D50BBAE1E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3D24-B568-453D-AADD-AF3E9B22D23B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0404C9-F8C1-9C18-5E25-52C2FCCB5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E8C9D0-0748-227C-BBDF-1509C5310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51D5D-FD67-4057-84F4-F0695745EC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6203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49DFAD-C749-3F9F-2F10-956CB1C82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F3C094-B2BC-3F1D-BF98-8429121FB8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06F1A67-41E2-0E60-B289-3E0AE1CEAC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70CBF7B-95E7-BF97-A26C-5D9A00043F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AD59E8A-662F-F1D8-C789-9F7356BB85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A415F9D-C6E5-3B52-B5A6-B21003C02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3D24-B568-453D-AADD-AF3E9B22D23B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2E182DF-AC46-F202-C44F-C926D5B13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ED4A48B-0FE6-034A-5A78-D0229D3E3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51D5D-FD67-4057-84F4-F0695745EC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5612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94A651-7754-DA97-B2CC-4FBBA41D2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1E7FED2-103E-03C0-F16C-310FD1AD9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3D24-B568-453D-AADD-AF3E9B22D23B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22B4444-9DD6-1A25-04D2-9E3E157A5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9A27911-EC34-B00F-1171-AF8CEDA9C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51D5D-FD67-4057-84F4-F0695745EC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0076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629FDB5-7966-1691-BF9F-8A690FB76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3D24-B568-453D-AADD-AF3E9B22D23B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E2D940A-D2CA-551E-C601-B16C4D3E9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135A9F-3AB7-1E75-2D08-8FC7BB5EE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51D5D-FD67-4057-84F4-F0695745EC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6132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4D0073-69D0-CD8A-0770-59EE22A37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637F8B-D92D-F89D-F540-40685EF25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1D25DA-A85C-3ADA-D33D-A64C4AC26D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6BBB2C4-00C3-03AA-91D8-CD6889006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3D24-B568-453D-AADD-AF3E9B22D23B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68AA890-696E-E155-E9A2-271D9C2AD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E4BE92-BE85-186A-5B1F-4D9AACE1F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51D5D-FD67-4057-84F4-F0695745EC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8469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D2D1E3-DBC7-9D61-3D79-FAE54738A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14A8F42-8B21-4F75-7301-8952C6C96B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00C7FA-8B32-527E-3320-17381B1546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48F5B7-E44E-31CC-8792-D894B5A07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3D24-B568-453D-AADD-AF3E9B22D23B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0828E7F-5AB3-F24B-A4A0-637B8BC51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D1D4813-579F-E2A9-105E-B963B9D45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51D5D-FD67-4057-84F4-F0695745EC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4126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D98087-C2BD-671E-6203-DE220D9A2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A273DCF-C1F7-7E38-FEFC-8324D872B6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8B90B2-ADA4-916B-BC96-1038D2B3B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3D24-B568-453D-AADD-AF3E9B22D23B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4CC24C-8F57-AE3E-0FB8-3AAF95B6D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0752D0-578C-8753-9967-6B5489BC1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51D5D-FD67-4057-84F4-F0695745EC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4464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75617B2-49AB-A413-9C2A-92F579C249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E854312-1383-BA41-C475-4E08ABA6E1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40C26C-D5B8-A9F1-BCDB-0354A3FA3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3D24-B568-453D-AADD-AF3E9B22D23B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257E03-ED38-6FE5-4208-5A06E44AD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ACEA32-5B9B-6593-5121-5D93481FB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51D5D-FD67-4057-84F4-F0695745EC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2977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A1A4241-99C9-4B2F-405F-299524FD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81C956-8633-C86B-819C-C4FCFC05EB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694446-C7A2-9A54-8634-3FD57D779E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F33D24-B568-453D-AADD-AF3E9B22D23B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07E1FE-235D-F1C8-9F20-8782C0710B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614904-77A7-9F1B-3C5C-DE1BC10C6A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051D5D-FD67-4057-84F4-F0695745EC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5533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D9D0C803-48F1-4622-3E88-55CA51D336CF}"/>
              </a:ext>
            </a:extLst>
          </p:cNvPr>
          <p:cNvCxnSpPr/>
          <p:nvPr/>
        </p:nvCxnSpPr>
        <p:spPr>
          <a:xfrm>
            <a:off x="1143000" y="2082800"/>
            <a:ext cx="9906000" cy="0"/>
          </a:xfrm>
          <a:prstGeom prst="line">
            <a:avLst/>
          </a:prstGeom>
          <a:ln w="19050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3AAEEFE3-FF17-394C-BD8C-54AD76A2D000}"/>
              </a:ext>
            </a:extLst>
          </p:cNvPr>
          <p:cNvSpPr txBox="1"/>
          <p:nvPr/>
        </p:nvSpPr>
        <p:spPr>
          <a:xfrm>
            <a:off x="1524000" y="2244401"/>
            <a:ext cx="9144000" cy="954107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altLang="zh-CN" sz="28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20XX-XX-XX</a:t>
            </a:r>
            <a:r>
              <a:rPr lang="zh-CN" altLang="en-US" sz="28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（字体字号：</a:t>
            </a:r>
            <a:r>
              <a:rPr lang="en-US" altLang="zh-CN" sz="28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Times New Roman 28</a:t>
            </a:r>
            <a:r>
              <a:rPr lang="zh-CN" altLang="en-US" sz="28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号；颜色：白色，背景</a:t>
            </a:r>
            <a:r>
              <a:rPr lang="en-US" altLang="zh-CN" sz="28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，深色</a:t>
            </a:r>
            <a:r>
              <a:rPr lang="en-US" altLang="zh-CN" sz="28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50%</a:t>
            </a:r>
            <a:r>
              <a:rPr lang="zh-CN" altLang="en-US" sz="28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25177B7-0E2C-6DB7-F79D-53BFC9320AEC}"/>
              </a:ext>
            </a:extLst>
          </p:cNvPr>
          <p:cNvSpPr txBox="1"/>
          <p:nvPr/>
        </p:nvSpPr>
        <p:spPr>
          <a:xfrm>
            <a:off x="1143000" y="3132892"/>
            <a:ext cx="10115909" cy="677108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pPr algn="ctr"/>
            <a:r>
              <a:rPr lang="zh-CN" altLang="en-US" sz="38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标题：楷体</a:t>
            </a:r>
            <a:r>
              <a:rPr lang="en-US" altLang="zh-CN" sz="38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38</a:t>
            </a:r>
            <a:r>
              <a:rPr lang="zh-CN" altLang="en-US" sz="38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号，黑色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5CF9F2B7-3D12-BB09-5E09-A7BAF070317F}"/>
              </a:ext>
            </a:extLst>
          </p:cNvPr>
          <p:cNvCxnSpPr/>
          <p:nvPr/>
        </p:nvCxnSpPr>
        <p:spPr>
          <a:xfrm>
            <a:off x="1143000" y="5461000"/>
            <a:ext cx="9906000" cy="0"/>
          </a:xfrm>
          <a:prstGeom prst="line">
            <a:avLst/>
          </a:prstGeom>
          <a:ln w="19050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9B6F565E-637B-CA61-956A-5EDE0FC785F4}"/>
              </a:ext>
            </a:extLst>
          </p:cNvPr>
          <p:cNvSpPr txBox="1"/>
          <p:nvPr/>
        </p:nvSpPr>
        <p:spPr>
          <a:xfrm>
            <a:off x="3825147" y="3833169"/>
            <a:ext cx="4932410" cy="400110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pPr algn="ctr"/>
            <a:r>
              <a:rPr lang="zh-CN" altLang="en-US" sz="2000" b="1"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副标题：方正小标宋简体</a:t>
            </a:r>
            <a:r>
              <a:rPr lang="en-US" altLang="zh-CN" sz="2000" b="1"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20</a:t>
            </a:r>
            <a:r>
              <a:rPr lang="zh-CN" altLang="en-US" sz="2000" b="1"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号</a:t>
            </a:r>
            <a:endParaRPr lang="en-US" altLang="zh-CN" sz="2000" b="1">
              <a:latin typeface="方正小标宋简体" panose="02010601030101010101" pitchFamily="2" charset="-122"/>
              <a:ea typeface="方正小标宋简体" panose="02010601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2680FBB-841B-7DCC-192D-1A0D351AEAC4}"/>
              </a:ext>
            </a:extLst>
          </p:cNvPr>
          <p:cNvSpPr txBox="1"/>
          <p:nvPr/>
        </p:nvSpPr>
        <p:spPr>
          <a:xfrm>
            <a:off x="3640089" y="4282992"/>
            <a:ext cx="5302525" cy="83099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pPr algn="ctr"/>
            <a:r>
              <a:rPr lang="en-US" altLang="zh-CN" sz="1600">
                <a:solidFill>
                  <a:schemeClr val="bg1">
                    <a:lumMod val="50000"/>
                  </a:schemeClr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1.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摘要：方正小标宋简体</a:t>
            </a:r>
            <a:r>
              <a:rPr lang="en-US" altLang="zh-CN" sz="1600">
                <a:solidFill>
                  <a:schemeClr val="bg1">
                    <a:lumMod val="50000"/>
                  </a:schemeClr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16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号，白色，背景</a:t>
            </a:r>
            <a:r>
              <a:rPr lang="en-US" altLang="zh-CN" sz="1600">
                <a:solidFill>
                  <a:schemeClr val="bg1">
                    <a:lumMod val="50000"/>
                  </a:schemeClr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1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，深色</a:t>
            </a:r>
            <a:r>
              <a:rPr lang="en-US" altLang="zh-CN" sz="1600">
                <a:solidFill>
                  <a:schemeClr val="bg1">
                    <a:lumMod val="50000"/>
                  </a:schemeClr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50%</a:t>
            </a:r>
          </a:p>
          <a:p>
            <a:pPr algn="ctr"/>
            <a:r>
              <a:rPr lang="en-US" altLang="zh-CN" sz="1600">
                <a:solidFill>
                  <a:schemeClr val="bg1">
                    <a:lumMod val="50000"/>
                  </a:schemeClr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2.</a:t>
            </a:r>
          </a:p>
          <a:p>
            <a:pPr algn="ctr"/>
            <a:r>
              <a:rPr lang="en-US" altLang="zh-CN" sz="1600">
                <a:solidFill>
                  <a:schemeClr val="bg1">
                    <a:lumMod val="50000"/>
                  </a:schemeClr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3.</a:t>
            </a:r>
            <a:endParaRPr lang="zh-CN" altLang="en-US" sz="1600">
              <a:solidFill>
                <a:schemeClr val="bg1">
                  <a:lumMod val="50000"/>
                </a:schemeClr>
              </a:solidFill>
              <a:latin typeface="方正小标宋简体" panose="02010601030101010101" pitchFamily="2" charset="-122"/>
              <a:ea typeface="方正小标宋简体" panose="02010601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66567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2">
            <a:extLst>
              <a:ext uri="{FF2B5EF4-FFF2-40B4-BE49-F238E27FC236}">
                <a16:creationId xmlns:a16="http://schemas.microsoft.com/office/drawing/2014/main" id="{4234F333-2360-07AF-BDE6-5DE47714E7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36072" y="177069"/>
            <a:ext cx="10954226" cy="50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13" rIns="91425" bIns="45713" numCol="1" rtlCol="0" anchor="ctr" anchorCtr="0" compatLnSpc="1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accent3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zh-CN" altLang="en-US">
                <a:solidFill>
                  <a:srgbClr val="002B85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页标题：中文楷体</a:t>
            </a:r>
            <a:r>
              <a:rPr lang="en-US" altLang="zh-CN">
                <a:solidFill>
                  <a:srgbClr val="002B85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40</a:t>
            </a:r>
            <a:r>
              <a:rPr lang="zh-CN" altLang="en-US">
                <a:solidFill>
                  <a:srgbClr val="002B85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号，英文</a:t>
            </a:r>
            <a:r>
              <a:rPr lang="en-US" altLang="zh-CN">
                <a:solidFill>
                  <a:srgbClr val="002B85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Times New Roman</a:t>
            </a:r>
            <a:endParaRPr lang="en-US" altLang="zh-CN" dirty="0">
              <a:solidFill>
                <a:srgbClr val="002B85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文本占位符 3">
            <a:extLst>
              <a:ext uri="{FF2B5EF4-FFF2-40B4-BE49-F238E27FC236}">
                <a16:creationId xmlns:a16="http://schemas.microsoft.com/office/drawing/2014/main" id="{BA56BA92-6FCC-BBEC-4BDF-C6719AB3CFF4}"/>
              </a:ext>
            </a:extLst>
          </p:cNvPr>
          <p:cNvSpPr txBox="1">
            <a:spLocks/>
          </p:cNvSpPr>
          <p:nvPr/>
        </p:nvSpPr>
        <p:spPr>
          <a:xfrm>
            <a:off x="97767" y="866705"/>
            <a:ext cx="11731737" cy="4710789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rgbClr val="A40503"/>
              </a:buClr>
              <a:buFont typeface="Wingdings" pitchFamily="2" charset="2"/>
              <a:buChar char="q"/>
              <a:defRPr sz="2800" kern="1200" baseline="0">
                <a:solidFill>
                  <a:schemeClr val="tx1"/>
                </a:solidFill>
                <a:latin typeface="Candara" panose="020E0502030303020204" pitchFamily="34" charset="0"/>
                <a:ea typeface="楷体" panose="02010609060101010101" pitchFamily="49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rgbClr val="0432FF"/>
              </a:buClr>
              <a:buFont typeface="Wingdings" pitchFamily="2" charset="2"/>
              <a:buChar char="v"/>
              <a:defRPr sz="2400" kern="1200" baseline="0">
                <a:solidFill>
                  <a:schemeClr val="tx1"/>
                </a:solidFill>
                <a:latin typeface="Candara" panose="020E0502030303020204" pitchFamily="34" charset="0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  <a:defRPr sz="2000" kern="1200" baseline="0">
                <a:solidFill>
                  <a:schemeClr val="tx1"/>
                </a:solidFill>
                <a:latin typeface="Candara" panose="020E0502030303020204" pitchFamily="34" charset="0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Candara" panose="020E0502030303020204" pitchFamily="34" charset="0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2000" kern="1200" baseline="0">
                <a:solidFill>
                  <a:schemeClr val="tx1"/>
                </a:solidFill>
                <a:latin typeface="Candara" panose="020E0502030303020204" pitchFamily="34" charset="0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40503"/>
              </a:buClr>
              <a:buSzTx/>
              <a:buFont typeface="Wingdings" pitchFamily="2" charset="2"/>
              <a:buChar char="q"/>
              <a:tabLst/>
              <a:defRPr/>
            </a:pPr>
            <a:r>
              <a:rPr lang="zh-CN" altLang="en-US" sz="2400" b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大标题，楷体</a:t>
            </a:r>
            <a:r>
              <a:rPr lang="en-US" altLang="zh-CN" sz="2400" b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  <a:r>
              <a:rPr lang="zh-CN" altLang="en-US" sz="2400" b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号，黑色加粗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432FF"/>
              </a:buClr>
              <a:buSzTx/>
              <a:buFont typeface="Wingdings" pitchFamily="2" charset="2"/>
              <a:buChar char="v"/>
              <a:tabLst/>
              <a:defRPr/>
            </a:pPr>
            <a:r>
              <a:rPr lang="zh-CN" altLang="en-US" sz="2200" b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小标题，楷体</a:t>
            </a:r>
            <a:r>
              <a:rPr lang="en-US" altLang="zh-CN" sz="2200" b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20-22</a:t>
            </a:r>
            <a:r>
              <a:rPr lang="zh-CN" altLang="en-US" sz="2200" b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号，黑色加粗：</a:t>
            </a:r>
            <a:endParaRPr lang="en-US" altLang="zh-CN" sz="2200" b="1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F81BD">
                  <a:lumMod val="60000"/>
                  <a:lumOff val="40000"/>
                </a:srgbClr>
              </a:buClr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三级标题，楷体</a:t>
            </a:r>
            <a:r>
              <a:rPr kumimoji="0" lang="en-US" altLang="zh-CN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18-20</a:t>
            </a:r>
            <a:r>
              <a: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号，蓝色加粗：</a:t>
            </a:r>
            <a:r>
              <a:rPr kumimoji="0" lang="zh-CN" altLang="en-US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正文，楷体</a:t>
            </a:r>
            <a:r>
              <a:rPr kumimoji="0" lang="en-US" altLang="zh-CN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18-20</a:t>
            </a:r>
            <a:r>
              <a:rPr kumimoji="0" lang="zh-CN" altLang="en-US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号，黑色不加粗，英文：</a:t>
            </a:r>
            <a:r>
              <a:rPr kumimoji="0" lang="en-US" altLang="zh-CN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Times New Roman</a:t>
            </a:r>
            <a:r>
              <a:rPr kumimoji="0" lang="zh-CN" altLang="en-US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kumimoji="0" lang="en-US" altLang="zh-CN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3">
            <a:extLst>
              <a:ext uri="{FF2B5EF4-FFF2-40B4-BE49-F238E27FC236}">
                <a16:creationId xmlns:a16="http://schemas.microsoft.com/office/drawing/2014/main" id="{305981AB-3EAF-2654-F85B-8219F5D3E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5952" y="55984"/>
            <a:ext cx="629977" cy="629977"/>
          </a:xfrm>
          <a:prstGeom prst="rect">
            <a:avLst/>
          </a:prstGeom>
        </p:spPr>
      </p:pic>
      <p:pic>
        <p:nvPicPr>
          <p:cNvPr id="10" name="Image 4">
            <a:extLst>
              <a:ext uri="{FF2B5EF4-FFF2-40B4-BE49-F238E27FC236}">
                <a16:creationId xmlns:a16="http://schemas.microsoft.com/office/drawing/2014/main" id="{6A3674AE-4F24-B993-2D6D-A798E0C83C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0345" y="17680"/>
            <a:ext cx="668281" cy="668281"/>
          </a:xfrm>
          <a:prstGeom prst="rect">
            <a:avLst/>
          </a:prstGeom>
        </p:spPr>
      </p:pic>
      <p:sp>
        <p:nvSpPr>
          <p:cNvPr id="11" name="Line 6">
            <a:extLst>
              <a:ext uri="{FF2B5EF4-FFF2-40B4-BE49-F238E27FC236}">
                <a16:creationId xmlns:a16="http://schemas.microsoft.com/office/drawing/2014/main" id="{DB16AC51-2C99-112F-9188-94987038D438}"/>
              </a:ext>
            </a:extLst>
          </p:cNvPr>
          <p:cNvSpPr/>
          <p:nvPr/>
        </p:nvSpPr>
        <p:spPr>
          <a:xfrm>
            <a:off x="1" y="711784"/>
            <a:ext cx="12192000" cy="70430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000000"/>
            </a:solidFill>
          </a:ln>
        </p:spPr>
      </p:sp>
      <p:sp>
        <p:nvSpPr>
          <p:cNvPr id="12" name="Line 7">
            <a:extLst>
              <a:ext uri="{FF2B5EF4-FFF2-40B4-BE49-F238E27FC236}">
                <a16:creationId xmlns:a16="http://schemas.microsoft.com/office/drawing/2014/main" id="{5464E2B4-FE8C-00C4-8F11-32C1E49F0CAE}"/>
              </a:ext>
            </a:extLst>
          </p:cNvPr>
          <p:cNvSpPr/>
          <p:nvPr/>
        </p:nvSpPr>
        <p:spPr>
          <a:xfrm>
            <a:off x="-1" y="766385"/>
            <a:ext cx="12191999" cy="45719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000000"/>
            </a:solidFill>
          </a:ln>
        </p:spPr>
      </p:sp>
    </p:spTree>
    <p:extLst>
      <p:ext uri="{BB962C8B-B14F-4D97-AF65-F5344CB8AC3E}">
        <p14:creationId xmlns:p14="http://schemas.microsoft.com/office/powerpoint/2010/main" val="1422379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127</Words>
  <Application>Microsoft Office PowerPoint</Application>
  <PresentationFormat>宽屏</PresentationFormat>
  <Paragraphs>12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等线</vt:lpstr>
      <vt:lpstr>等线 Light</vt:lpstr>
      <vt:lpstr>方正小标宋简体</vt:lpstr>
      <vt:lpstr>Arial</vt:lpstr>
      <vt:lpstr>Times New Roman</vt:lpstr>
      <vt:lpstr>Wingdings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尧珅 禹</dc:creator>
  <cp:lastModifiedBy>尧珅 禹</cp:lastModifiedBy>
  <cp:revision>4</cp:revision>
  <dcterms:created xsi:type="dcterms:W3CDTF">2026-08-13T12:39:26Z</dcterms:created>
  <dcterms:modified xsi:type="dcterms:W3CDTF">2026-08-13T12:53:26Z</dcterms:modified>
</cp:coreProperties>
</file>